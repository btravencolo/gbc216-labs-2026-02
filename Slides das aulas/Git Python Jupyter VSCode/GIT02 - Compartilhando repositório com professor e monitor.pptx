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68" r:id="rId5"/>
    <p:sldId id="262" r:id="rId6"/>
    <p:sldId id="263" r:id="rId7"/>
    <p:sldId id="264" r:id="rId8"/>
    <p:sldId id="265" r:id="rId9"/>
    <p:sldId id="266" r:id="rId1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E8159D2-2E05-4B04-A78F-0524B76E8690}" v="1" dt="2025-10-31T14:29:34.5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954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uno Augusto Nassif Travencolo" userId="9765cb90-d5ec-451e-8c7b-af57428794a1" providerId="ADAL" clId="{7CB9EAD3-7B4A-449B-A966-E2A679ACD85D}"/>
    <pc:docChg chg="custSel modSld">
      <pc:chgData name="Bruno Augusto Nassif Travencolo" userId="9765cb90-d5ec-451e-8c7b-af57428794a1" providerId="ADAL" clId="{7CB9EAD3-7B4A-449B-A966-E2A679ACD85D}" dt="2024-08-15T14:00:26.171" v="60" actId="20577"/>
      <pc:docMkLst>
        <pc:docMk/>
      </pc:docMkLst>
      <pc:sldChg chg="modSp mod">
        <pc:chgData name="Bruno Augusto Nassif Travencolo" userId="9765cb90-d5ec-451e-8c7b-af57428794a1" providerId="ADAL" clId="{7CB9EAD3-7B4A-449B-A966-E2A679ACD85D}" dt="2024-08-15T14:00:26.171" v="60" actId="20577"/>
        <pc:sldMkLst>
          <pc:docMk/>
          <pc:sldMk cId="2952353557" sldId="264"/>
        </pc:sldMkLst>
      </pc:sldChg>
    </pc:docChg>
  </pc:docChgLst>
  <pc:docChgLst>
    <pc:chgData name="Bruno Augusto Nassif Travencolo" userId="9765cb90-d5ec-451e-8c7b-af57428794a1" providerId="ADAL" clId="{8CDB11BE-E6FA-49DB-AC55-A9277598CEAC}"/>
    <pc:docChg chg="modSld">
      <pc:chgData name="Bruno Augusto Nassif Travencolo" userId="9765cb90-d5ec-451e-8c7b-af57428794a1" providerId="ADAL" clId="{8CDB11BE-E6FA-49DB-AC55-A9277598CEAC}" dt="2025-10-31T14:29:34.580" v="1"/>
      <pc:docMkLst>
        <pc:docMk/>
      </pc:docMkLst>
      <pc:sldChg chg="modSp mod">
        <pc:chgData name="Bruno Augusto Nassif Travencolo" userId="9765cb90-d5ec-451e-8c7b-af57428794a1" providerId="ADAL" clId="{8CDB11BE-E6FA-49DB-AC55-A9277598CEAC}" dt="2025-10-31T14:29:34.580" v="1"/>
        <pc:sldMkLst>
          <pc:docMk/>
          <pc:sldMk cId="1850509367" sldId="263"/>
        </pc:sldMkLst>
        <pc:spChg chg="mod">
          <ac:chgData name="Bruno Augusto Nassif Travencolo" userId="9765cb90-d5ec-451e-8c7b-af57428794a1" providerId="ADAL" clId="{8CDB11BE-E6FA-49DB-AC55-A9277598CEAC}" dt="2025-10-31T14:29:34.580" v="1"/>
          <ac:spMkLst>
            <pc:docMk/>
            <pc:sldMk cId="1850509367" sldId="263"/>
            <ac:spMk id="2" creationId="{B7125985-6441-5D5B-F1A8-238A4D18862B}"/>
          </ac:spMkLst>
        </pc:spChg>
      </pc:sldChg>
    </pc:docChg>
  </pc:docChgLst>
  <pc:docChgLst>
    <pc:chgData name="Bruno Augusto Nassif Travencolo" userId="9765cb90-d5ec-451e-8c7b-af57428794a1" providerId="ADAL" clId="{9589544E-C0DC-45BD-95E4-27C76403E113}"/>
    <pc:docChg chg="modSld">
      <pc:chgData name="Bruno Augusto Nassif Travencolo" userId="9765cb90-d5ec-451e-8c7b-af57428794a1" providerId="ADAL" clId="{9589544E-C0DC-45BD-95E4-27C76403E113}" dt="2023-08-24T14:17:40.514" v="48" actId="20577"/>
      <pc:docMkLst>
        <pc:docMk/>
      </pc:docMkLst>
      <pc:sldChg chg="addSp modSp mod">
        <pc:chgData name="Bruno Augusto Nassif Travencolo" userId="9765cb90-d5ec-451e-8c7b-af57428794a1" providerId="ADAL" clId="{9589544E-C0DC-45BD-95E4-27C76403E113}" dt="2023-08-24T14:17:40.514" v="48" actId="20577"/>
        <pc:sldMkLst>
          <pc:docMk/>
          <pc:sldMk cId="1850509367" sldId="263"/>
        </pc:sldMkLst>
      </pc:sldChg>
    </pc:docChg>
  </pc:docChgLst>
  <pc:docChgLst>
    <pc:chgData name="Bruno Augusto Nassif Travencolo" userId="9765cb90-d5ec-451e-8c7b-af57428794a1" providerId="ADAL" clId="{57009667-9C54-4740-BCB5-EB3E6B6AEE8E}"/>
    <pc:docChg chg="delSld">
      <pc:chgData name="Bruno Augusto Nassif Travencolo" userId="9765cb90-d5ec-451e-8c7b-af57428794a1" providerId="ADAL" clId="{57009667-9C54-4740-BCB5-EB3E6B6AEE8E}" dt="2022-10-25T00:01:37.530" v="0" actId="47"/>
      <pc:docMkLst>
        <pc:docMk/>
      </pc:docMkLst>
      <pc:sldChg chg="del">
        <pc:chgData name="Bruno Augusto Nassif Travencolo" userId="9765cb90-d5ec-451e-8c7b-af57428794a1" providerId="ADAL" clId="{57009667-9C54-4740-BCB5-EB3E6B6AEE8E}" dt="2022-10-25T00:01:37.530" v="0" actId="47"/>
        <pc:sldMkLst>
          <pc:docMk/>
          <pc:sldMk cId="2525218920" sldId="256"/>
        </pc:sldMkLst>
      </pc:sldChg>
      <pc:sldChg chg="del">
        <pc:chgData name="Bruno Augusto Nassif Travencolo" userId="9765cb90-d5ec-451e-8c7b-af57428794a1" providerId="ADAL" clId="{57009667-9C54-4740-BCB5-EB3E6B6AEE8E}" dt="2022-10-25T00:01:37.530" v="0" actId="47"/>
        <pc:sldMkLst>
          <pc:docMk/>
          <pc:sldMk cId="1072909893" sldId="257"/>
        </pc:sldMkLst>
      </pc:sldChg>
    </pc:docChg>
  </pc:docChgLst>
  <pc:docChgLst>
    <pc:chgData name="Bruno Augusto Nassif Travencolo" userId="S::travencolo@ufu.br::9765cb90-d5ec-451e-8c7b-af57428794a1" providerId="AD" clId="Web-{AD896B91-38DB-83F7-DBE9-7C232BFBD925}"/>
    <pc:docChg chg="addSld delSld modSld">
      <pc:chgData name="Bruno Augusto Nassif Travencolo" userId="S::travencolo@ufu.br::9765cb90-d5ec-451e-8c7b-af57428794a1" providerId="AD" clId="Web-{AD896B91-38DB-83F7-DBE9-7C232BFBD925}" dt="2023-03-09T01:01:19.482" v="109" actId="20577"/>
      <pc:docMkLst>
        <pc:docMk/>
      </pc:docMkLst>
      <pc:sldChg chg="addSp delSp">
        <pc:chgData name="Bruno Augusto Nassif Travencolo" userId="S::travencolo@ufu.br::9765cb90-d5ec-451e-8c7b-af57428794a1" providerId="AD" clId="Web-{AD896B91-38DB-83F7-DBE9-7C232BFBD925}" dt="2023-03-09T00:51:06.744" v="11"/>
        <pc:sldMkLst>
          <pc:docMk/>
          <pc:sldMk cId="3494431061" sldId="262"/>
        </pc:sldMkLst>
      </pc:sldChg>
      <pc:sldChg chg="addSp modSp">
        <pc:chgData name="Bruno Augusto Nassif Travencolo" userId="S::travencolo@ufu.br::9765cb90-d5ec-451e-8c7b-af57428794a1" providerId="AD" clId="Web-{AD896B91-38DB-83F7-DBE9-7C232BFBD925}" dt="2023-03-09T00:52:35.106" v="59" actId="20577"/>
        <pc:sldMkLst>
          <pc:docMk/>
          <pc:sldMk cId="1926453324" sldId="265"/>
        </pc:sldMkLst>
      </pc:sldChg>
      <pc:sldChg chg="addSp modSp">
        <pc:chgData name="Bruno Augusto Nassif Travencolo" userId="S::travencolo@ufu.br::9765cb90-d5ec-451e-8c7b-af57428794a1" providerId="AD" clId="Web-{AD896B91-38DB-83F7-DBE9-7C232BFBD925}" dt="2023-03-09T00:53:07.497" v="62"/>
        <pc:sldMkLst>
          <pc:docMk/>
          <pc:sldMk cId="1561151634" sldId="266"/>
        </pc:sldMkLst>
      </pc:sldChg>
      <pc:sldChg chg="new del">
        <pc:chgData name="Bruno Augusto Nassif Travencolo" userId="S::travencolo@ufu.br::9765cb90-d5ec-451e-8c7b-af57428794a1" providerId="AD" clId="Web-{AD896B91-38DB-83F7-DBE9-7C232BFBD925}" dt="2023-03-09T00:50:50.166" v="9"/>
        <pc:sldMkLst>
          <pc:docMk/>
          <pc:sldMk cId="717919435" sldId="267"/>
        </pc:sldMkLst>
      </pc:sldChg>
      <pc:sldChg chg="modSp new">
        <pc:chgData name="Bruno Augusto Nassif Travencolo" userId="S::travencolo@ufu.br::9765cb90-d5ec-451e-8c7b-af57428794a1" providerId="AD" clId="Web-{AD896B91-38DB-83F7-DBE9-7C232BFBD925}" dt="2023-03-09T00:50:49.291" v="8" actId="20577"/>
        <pc:sldMkLst>
          <pc:docMk/>
          <pc:sldMk cId="1569314066" sldId="268"/>
        </pc:sldMkLst>
      </pc:sldChg>
      <pc:sldChg chg="new del">
        <pc:chgData name="Bruno Augusto Nassif Travencolo" userId="S::travencolo@ufu.br::9765cb90-d5ec-451e-8c7b-af57428794a1" providerId="AD" clId="Web-{AD896B91-38DB-83F7-DBE9-7C232BFBD925}" dt="2023-03-09T01:00:25.006" v="65"/>
        <pc:sldMkLst>
          <pc:docMk/>
          <pc:sldMk cId="353277633" sldId="269"/>
        </pc:sldMkLst>
      </pc:sldChg>
      <pc:sldChg chg="addSp modSp new mod modClrScheme chgLayout">
        <pc:chgData name="Bruno Augusto Nassif Travencolo" userId="S::travencolo@ufu.br::9765cb90-d5ec-451e-8c7b-af57428794a1" providerId="AD" clId="Web-{AD896B91-38DB-83F7-DBE9-7C232BFBD925}" dt="2023-03-09T01:01:19.482" v="109" actId="20577"/>
        <pc:sldMkLst>
          <pc:docMk/>
          <pc:sldMk cId="83591956" sldId="270"/>
        </pc:sldMkLst>
      </pc:sldChg>
    </pc:docChg>
  </pc:docChgLst>
  <pc:docChgLst>
    <pc:chgData name="Bruno Augusto Nassif Travencolo" userId="9765cb90-d5ec-451e-8c7b-af57428794a1" providerId="ADAL" clId="{DEC4B9FD-865A-4E82-8AD7-698F62F351CB}"/>
    <pc:docChg chg="custSel addSld modSld">
      <pc:chgData name="Bruno Augusto Nassif Travencolo" userId="9765cb90-d5ec-451e-8c7b-af57428794a1" providerId="ADAL" clId="{DEC4B9FD-865A-4E82-8AD7-698F62F351CB}" dt="2023-03-02T14:38:25.702" v="30" actId="1076"/>
      <pc:docMkLst>
        <pc:docMk/>
      </pc:docMkLst>
      <pc:sldChg chg="addSp modSp new mod">
        <pc:chgData name="Bruno Augusto Nassif Travencolo" userId="9765cb90-d5ec-451e-8c7b-af57428794a1" providerId="ADAL" clId="{DEC4B9FD-865A-4E82-8AD7-698F62F351CB}" dt="2023-03-02T14:19:03.451" v="3" actId="13822"/>
        <pc:sldMkLst>
          <pc:docMk/>
          <pc:sldMk cId="3494431061" sldId="262"/>
        </pc:sldMkLst>
      </pc:sldChg>
      <pc:sldChg chg="addSp modSp new mod">
        <pc:chgData name="Bruno Augusto Nassif Travencolo" userId="9765cb90-d5ec-451e-8c7b-af57428794a1" providerId="ADAL" clId="{DEC4B9FD-865A-4E82-8AD7-698F62F351CB}" dt="2023-03-02T14:19:55.399" v="8" actId="1076"/>
        <pc:sldMkLst>
          <pc:docMk/>
          <pc:sldMk cId="1850509367" sldId="263"/>
        </pc:sldMkLst>
      </pc:sldChg>
      <pc:sldChg chg="addSp modSp new mod">
        <pc:chgData name="Bruno Augusto Nassif Travencolo" userId="9765cb90-d5ec-451e-8c7b-af57428794a1" providerId="ADAL" clId="{DEC4B9FD-865A-4E82-8AD7-698F62F351CB}" dt="2023-03-02T14:20:59.285" v="21" actId="20577"/>
        <pc:sldMkLst>
          <pc:docMk/>
          <pc:sldMk cId="2952353557" sldId="264"/>
        </pc:sldMkLst>
      </pc:sldChg>
      <pc:sldChg chg="addSp new mod">
        <pc:chgData name="Bruno Augusto Nassif Travencolo" userId="9765cb90-d5ec-451e-8c7b-af57428794a1" providerId="ADAL" clId="{DEC4B9FD-865A-4E82-8AD7-698F62F351CB}" dt="2023-03-02T14:32:45.268" v="23" actId="22"/>
        <pc:sldMkLst>
          <pc:docMk/>
          <pc:sldMk cId="1926453324" sldId="265"/>
        </pc:sldMkLst>
      </pc:sldChg>
      <pc:sldChg chg="addSp modSp new mod setBg">
        <pc:chgData name="Bruno Augusto Nassif Travencolo" userId="9765cb90-d5ec-451e-8c7b-af57428794a1" providerId="ADAL" clId="{DEC4B9FD-865A-4E82-8AD7-698F62F351CB}" dt="2023-03-02T14:38:25.702" v="30" actId="1076"/>
        <pc:sldMkLst>
          <pc:docMk/>
          <pc:sldMk cId="1561151634" sldId="266"/>
        </pc:sldMkLst>
      </pc:sldChg>
    </pc:docChg>
  </pc:docChgLst>
  <pc:docChgLst>
    <pc:chgData name="Bruno Augusto Nassif Travencolo" userId="9765cb90-d5ec-451e-8c7b-af57428794a1" providerId="ADAL" clId="{D4870361-D452-4A8D-8333-BC95118B5E80}"/>
    <pc:docChg chg="undo custSel delSld modSld">
      <pc:chgData name="Bruno Augusto Nassif Travencolo" userId="9765cb90-d5ec-451e-8c7b-af57428794a1" providerId="ADAL" clId="{D4870361-D452-4A8D-8333-BC95118B5E80}" dt="2023-08-17T20:49:13.067" v="7" actId="1076"/>
      <pc:docMkLst>
        <pc:docMk/>
      </pc:docMkLst>
      <pc:sldChg chg="del">
        <pc:chgData name="Bruno Augusto Nassif Travencolo" userId="9765cb90-d5ec-451e-8c7b-af57428794a1" providerId="ADAL" clId="{D4870361-D452-4A8D-8333-BC95118B5E80}" dt="2023-08-17T20:48:12.091" v="0" actId="47"/>
        <pc:sldMkLst>
          <pc:docMk/>
          <pc:sldMk cId="645618576" sldId="258"/>
        </pc:sldMkLst>
      </pc:sldChg>
      <pc:sldChg chg="del">
        <pc:chgData name="Bruno Augusto Nassif Travencolo" userId="9765cb90-d5ec-451e-8c7b-af57428794a1" providerId="ADAL" clId="{D4870361-D452-4A8D-8333-BC95118B5E80}" dt="2023-08-17T20:48:12.091" v="0" actId="47"/>
        <pc:sldMkLst>
          <pc:docMk/>
          <pc:sldMk cId="2130103625" sldId="259"/>
        </pc:sldMkLst>
      </pc:sldChg>
      <pc:sldChg chg="del">
        <pc:chgData name="Bruno Augusto Nassif Travencolo" userId="9765cb90-d5ec-451e-8c7b-af57428794a1" providerId="ADAL" clId="{D4870361-D452-4A8D-8333-BC95118B5E80}" dt="2023-08-17T20:48:12.091" v="0" actId="47"/>
        <pc:sldMkLst>
          <pc:docMk/>
          <pc:sldMk cId="1230438940" sldId="260"/>
        </pc:sldMkLst>
      </pc:sldChg>
      <pc:sldChg chg="del">
        <pc:chgData name="Bruno Augusto Nassif Travencolo" userId="9765cb90-d5ec-451e-8c7b-af57428794a1" providerId="ADAL" clId="{D4870361-D452-4A8D-8333-BC95118B5E80}" dt="2023-08-17T20:48:12.091" v="0" actId="47"/>
        <pc:sldMkLst>
          <pc:docMk/>
          <pc:sldMk cId="3829409887" sldId="261"/>
        </pc:sldMkLst>
      </pc:sldChg>
      <pc:sldChg chg="modSp mod">
        <pc:chgData name="Bruno Augusto Nassif Travencolo" userId="9765cb90-d5ec-451e-8c7b-af57428794a1" providerId="ADAL" clId="{D4870361-D452-4A8D-8333-BC95118B5E80}" dt="2023-08-17T20:49:13.067" v="7" actId="1076"/>
        <pc:sldMkLst>
          <pc:docMk/>
          <pc:sldMk cId="2952353557" sldId="264"/>
        </pc:sldMkLst>
      </pc:sldChg>
      <pc:sldChg chg="del">
        <pc:chgData name="Bruno Augusto Nassif Travencolo" userId="9765cb90-d5ec-451e-8c7b-af57428794a1" providerId="ADAL" clId="{D4870361-D452-4A8D-8333-BC95118B5E80}" dt="2023-08-17T20:48:12.091" v="0" actId="47"/>
        <pc:sldMkLst>
          <pc:docMk/>
          <pc:sldMk cId="83591956" sldId="270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A15372-A8F8-4633-8570-38FB059BA5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9EF6746-377F-450A-9DFF-52334C7144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5159AC6-ED38-417D-9D1F-DCB4B8BDE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1DBAA-FF15-46D3-9BCB-BEF10FEB3BC7}" type="datetimeFigureOut">
              <a:rPr lang="pt-BR" smtClean="0"/>
              <a:t>31/10/2025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256EF03-B25B-4990-B131-69153E8D4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6886725-C541-48AB-9D09-E05250DA4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7D323-ED19-4DCB-AD1C-889BE835620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615894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27FA17-4BFA-456A-8ED8-22E72D88F4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E19C7F4-90B0-43DE-AFEF-42598D4046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52C79C0-D699-4D0A-87DA-33886EEFB0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1DBAA-FF15-46D3-9BCB-BEF10FEB3BC7}" type="datetimeFigureOut">
              <a:rPr lang="pt-BR" smtClean="0"/>
              <a:t>31/10/2025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0DB3508-A241-4059-8577-8BE854BAA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F07FFA0-D316-4DC5-AC25-4F0ED9A7A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7D323-ED19-4DCB-AD1C-889BE835620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930456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ACCFCB-AF72-466D-A607-F6E658BD8C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8F0BAEE-CE9B-41FA-A99A-C331F7F22A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12F4A31-033F-40CC-8EC5-8C043F020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1DBAA-FF15-46D3-9BCB-BEF10FEB3BC7}" type="datetimeFigureOut">
              <a:rPr lang="pt-BR" smtClean="0"/>
              <a:t>31/10/2025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ACDFC8B-2463-4D6C-AC98-52378354F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9B6CAB6-84E5-4451-8F66-3F928E977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7D323-ED19-4DCB-AD1C-889BE835620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89236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DA81BC-4856-47D3-9CEB-20574D039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2F9596B-DBA7-4E14-9E2C-576A0CAAAD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FED295D-06C8-4E99-9AE4-364F1FC2CB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1DB5EA6-D428-4028-B811-8F54D8465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1DBAA-FF15-46D3-9BCB-BEF10FEB3BC7}" type="datetimeFigureOut">
              <a:rPr lang="pt-BR" smtClean="0"/>
              <a:t>31/10/2025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CA1E707-CE84-42B4-AFAE-8BEBB8E08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87F129A-5919-4064-A956-85DBA6C5F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7D323-ED19-4DCB-AD1C-889BE835620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989748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7030AB-F6D2-49B4-BEE9-5DF0DF18C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2615DB0-D742-46A7-80DD-C5E1761571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C69872A-176D-4060-8CFD-368C620FCE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CCC53D1-F82E-4606-B2AD-BA17021C63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F927ADE-5786-46F7-A7BA-A011AC6E39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9D2277B5-15C8-4245-B2F9-BE1813568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1DBAA-FF15-46D3-9BCB-BEF10FEB3BC7}" type="datetimeFigureOut">
              <a:rPr lang="pt-BR" smtClean="0"/>
              <a:t>31/10/2025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EB695B0-5909-4DCF-BE44-9FE645E09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FCB9928-06ED-41E5-B38D-01149A9A3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7D323-ED19-4DCB-AD1C-889BE835620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4339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1C2077-3891-4F08-B8BA-1ECA154C0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85CD7E6-18F6-4017-A78F-220807448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1DBAA-FF15-46D3-9BCB-BEF10FEB3BC7}" type="datetimeFigureOut">
              <a:rPr lang="pt-BR" smtClean="0"/>
              <a:t>31/10/2025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D2A22EB0-8EF4-4D8F-9DB0-F7FA34670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AA9AA07-FE57-4168-92CE-C39DB2688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7D323-ED19-4DCB-AD1C-889BE835620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933463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EA55C38-9728-4FC4-BE2D-C14F7967D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1DBAA-FF15-46D3-9BCB-BEF10FEB3BC7}" type="datetimeFigureOut">
              <a:rPr lang="pt-BR" smtClean="0"/>
              <a:t>31/10/2025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722EAC8-AF2B-48E1-8E27-33D3BEA3D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E6B9C1C-3A22-4502-B35F-40BC88E9E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7D323-ED19-4DCB-AD1C-889BE835620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23725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387FA9-2F11-465F-B098-14B896DAF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076DA5D-C7C9-4546-914B-CA0811C99D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E342B27-2175-4D63-B8B4-515034AAD0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EB8E44A-51CB-46C1-89D7-18BC92D5E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1DBAA-FF15-46D3-9BCB-BEF10FEB3BC7}" type="datetimeFigureOut">
              <a:rPr lang="pt-BR" smtClean="0"/>
              <a:t>31/10/2025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45D07D9-DA0F-4713-98ED-F2BAE8025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E45F085-7EC5-4EC2-B985-0C102807E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7D323-ED19-4DCB-AD1C-889BE835620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149601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CF5FBC-1EF4-4EE8-8804-7FB81D0B0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AEA2B6B8-DEF4-4445-8DCD-964DC9E2E8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7BD6C51-14D7-4E63-81F8-868C98E502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332BFA9-5654-4AD1-B61F-7126E7BD86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1DBAA-FF15-46D3-9BCB-BEF10FEB3BC7}" type="datetimeFigureOut">
              <a:rPr lang="pt-BR" smtClean="0"/>
              <a:t>31/10/2025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96F088F-2BE7-4B27-B835-B37518E97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DD93E8-B012-4A8B-AE28-3AB380D1F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7D323-ED19-4DCB-AD1C-889BE835620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546985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4FF1C8-E76E-4B28-9496-A1F57F9AF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C5EF21B-D25B-410A-AB6B-25D2D05D71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283B718-458E-4A25-A02E-260F3D308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1DBAA-FF15-46D3-9BCB-BEF10FEB3BC7}" type="datetimeFigureOut">
              <a:rPr lang="pt-BR" smtClean="0"/>
              <a:t>31/10/2025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86E1E7B-6CF7-4CB8-86C4-A6CB33A2B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F34C3DE-3CC5-433A-9703-D5A3C600F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7D323-ED19-4DCB-AD1C-889BE835620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23606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5B96FC1-B7FB-4486-BEF2-C6A87F6985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F3E98A1-3B59-44F8-9640-B4DADC0F20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5D1DF22-2CC0-4845-BA3C-84E8A897D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1DBAA-FF15-46D3-9BCB-BEF10FEB3BC7}" type="datetimeFigureOut">
              <a:rPr lang="pt-BR" smtClean="0"/>
              <a:t>31/10/2025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322C93D-77DF-4D0E-86DB-F601A85DB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6851632-BA6D-455B-BE9D-F50371C65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7D323-ED19-4DCB-AD1C-889BE835620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241785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144E3F11-1D4F-49CA-BB8B-5177AF4EA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391AE45-63E1-47F7-BDBD-41D8DC4192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BFEB2B6-042C-4984-8154-745D6756FF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11DBAA-FF15-46D3-9BCB-BEF10FEB3BC7}" type="datetimeFigureOut">
              <a:rPr lang="pt-BR" smtClean="0"/>
              <a:t>31/10/2025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52319FC-35D6-49D7-BC64-EF4FBEB7C5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A0A22A8-B6B1-409D-99D6-67412CA597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47D323-ED19-4DCB-AD1C-889BE835620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95512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30D234-D999-3D63-55BA-9EA9F86627D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>
                <a:ea typeface="Calibri Light"/>
                <a:cs typeface="Calibri Light"/>
              </a:rPr>
              <a:t>Compartilhando o repositório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171A5CF-81E8-8094-F468-D55EE465791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69314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6A84B569-6105-A021-C84F-8801217217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308" y="556811"/>
            <a:ext cx="9907383" cy="5744377"/>
          </a:xfrm>
          <a:prstGeom prst="rect">
            <a:avLst/>
          </a:prstGeom>
        </p:spPr>
      </p:pic>
      <p:sp>
        <p:nvSpPr>
          <p:cNvPr id="2" name="Seta: para Baixo 1">
            <a:extLst>
              <a:ext uri="{FF2B5EF4-FFF2-40B4-BE49-F238E27FC236}">
                <a16:creationId xmlns:a16="http://schemas.microsoft.com/office/drawing/2014/main" id="{C4CD193E-97DB-A3E4-EB7E-4AA32D3D1DEA}"/>
              </a:ext>
            </a:extLst>
          </p:cNvPr>
          <p:cNvSpPr/>
          <p:nvPr/>
        </p:nvSpPr>
        <p:spPr>
          <a:xfrm>
            <a:off x="8857129" y="304799"/>
            <a:ext cx="645458" cy="146124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44310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6F5C62A9-26F1-FB46-485C-9DE4532351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9337" y="1080760"/>
            <a:ext cx="7173326" cy="4696480"/>
          </a:xfrm>
          <a:prstGeom prst="rect">
            <a:avLst/>
          </a:prstGeom>
        </p:spPr>
      </p:pic>
      <p:sp>
        <p:nvSpPr>
          <p:cNvPr id="4" name="Seta: para Baixo 3">
            <a:extLst>
              <a:ext uri="{FF2B5EF4-FFF2-40B4-BE49-F238E27FC236}">
                <a16:creationId xmlns:a16="http://schemas.microsoft.com/office/drawing/2014/main" id="{F22DF97D-5F00-0CB0-6CA0-59ECC217667C}"/>
              </a:ext>
            </a:extLst>
          </p:cNvPr>
          <p:cNvSpPr/>
          <p:nvPr/>
        </p:nvSpPr>
        <p:spPr>
          <a:xfrm>
            <a:off x="10860258" y="4501662"/>
            <a:ext cx="45719" cy="4571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Seta: para a Direita 4">
            <a:extLst>
              <a:ext uri="{FF2B5EF4-FFF2-40B4-BE49-F238E27FC236}">
                <a16:creationId xmlns:a16="http://schemas.microsoft.com/office/drawing/2014/main" id="{6825F97F-85A9-CD57-0FC9-379C8F00F357}"/>
              </a:ext>
            </a:extLst>
          </p:cNvPr>
          <p:cNvSpPr/>
          <p:nvPr/>
        </p:nvSpPr>
        <p:spPr>
          <a:xfrm>
            <a:off x="1331742" y="3976203"/>
            <a:ext cx="1785531" cy="90054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B7125985-6441-5D5B-F1A8-238A4D18862B}"/>
              </a:ext>
            </a:extLst>
          </p:cNvPr>
          <p:cNvSpPr txBox="1"/>
          <p:nvPr/>
        </p:nvSpPr>
        <p:spPr>
          <a:xfrm>
            <a:off x="1101123" y="332509"/>
            <a:ext cx="23865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Professor: </a:t>
            </a:r>
            <a:r>
              <a:rPr lang="pt-BR" dirty="0" err="1"/>
              <a:t>btravencolo</a:t>
            </a:r>
            <a:endParaRPr lang="pt-BR" dirty="0"/>
          </a:p>
          <a:p>
            <a:r>
              <a:rPr lang="pt-BR" dirty="0" err="1"/>
              <a:t>Monitor:joao.b@ufu.br</a:t>
            </a:r>
            <a:endParaRPr lang="pt-BR" b="0" i="0" dirty="0"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18505093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B0161E26-C4FC-C8BB-A6C5-48946EEAE7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4994" y="514378"/>
            <a:ext cx="7602011" cy="5801535"/>
          </a:xfrm>
          <a:prstGeom prst="rect">
            <a:avLst/>
          </a:prstGeom>
        </p:spPr>
      </p:pic>
      <p:sp>
        <p:nvSpPr>
          <p:cNvPr id="4" name="Seta: para a Direita 3">
            <a:extLst>
              <a:ext uri="{FF2B5EF4-FFF2-40B4-BE49-F238E27FC236}">
                <a16:creationId xmlns:a16="http://schemas.microsoft.com/office/drawing/2014/main" id="{5B5556EC-46CC-25E3-C261-86F4AA501F58}"/>
              </a:ext>
            </a:extLst>
          </p:cNvPr>
          <p:cNvSpPr/>
          <p:nvPr/>
        </p:nvSpPr>
        <p:spPr>
          <a:xfrm rot="2269773">
            <a:off x="932156" y="3288153"/>
            <a:ext cx="5737160" cy="119505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1o</a:t>
            </a:r>
          </a:p>
        </p:txBody>
      </p:sp>
      <p:sp>
        <p:nvSpPr>
          <p:cNvPr id="5" name="Seta: para a Direita 4">
            <a:extLst>
              <a:ext uri="{FF2B5EF4-FFF2-40B4-BE49-F238E27FC236}">
                <a16:creationId xmlns:a16="http://schemas.microsoft.com/office/drawing/2014/main" id="{E62677D5-AC47-D484-DDB3-EDC63BA53F22}"/>
              </a:ext>
            </a:extLst>
          </p:cNvPr>
          <p:cNvSpPr/>
          <p:nvPr/>
        </p:nvSpPr>
        <p:spPr>
          <a:xfrm flipH="1">
            <a:off x="4551183" y="2008558"/>
            <a:ext cx="6472270" cy="119505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2º</a:t>
            </a:r>
          </a:p>
          <a:p>
            <a:pPr algn="ctr"/>
            <a:r>
              <a:rPr lang="pt-BR" dirty="0"/>
              <a:t>Compartilhar com </a:t>
            </a:r>
            <a:r>
              <a:rPr lang="pt-BR" dirty="0" err="1"/>
              <a:t>btravencolo</a:t>
            </a:r>
            <a:r>
              <a:rPr lang="pt-BR" dirty="0"/>
              <a:t> OU travencolo@ufu.br</a:t>
            </a:r>
          </a:p>
        </p:txBody>
      </p:sp>
    </p:spTree>
    <p:extLst>
      <p:ext uri="{BB962C8B-B14F-4D97-AF65-F5344CB8AC3E}">
        <p14:creationId xmlns:p14="http://schemas.microsoft.com/office/powerpoint/2010/main" val="29523535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9EDA805C-2ABC-69EE-BC26-49ABD0ABE2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6942" y="1618997"/>
            <a:ext cx="7278116" cy="3620005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FB8AE97A-7F26-C8EB-B2F5-752ECD98518B}"/>
              </a:ext>
            </a:extLst>
          </p:cNvPr>
          <p:cNvSpPr txBox="1"/>
          <p:nvPr/>
        </p:nvSpPr>
        <p:spPr>
          <a:xfrm>
            <a:off x="968187" y="143434"/>
            <a:ext cx="657112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dirty="0">
                <a:ea typeface="Calibri"/>
                <a:cs typeface="Calibri"/>
              </a:rPr>
              <a:t>Botão direto sobre a pasta (apertando Shift a partir do </a:t>
            </a:r>
            <a:r>
              <a:rPr lang="pt-BR" dirty="0" err="1">
                <a:ea typeface="Calibri"/>
                <a:cs typeface="Calibri"/>
              </a:rPr>
              <a:t>windows</a:t>
            </a:r>
            <a:r>
              <a:rPr lang="pt-BR" dirty="0">
                <a:ea typeface="Calibri"/>
                <a:cs typeface="Calibri"/>
              </a:rPr>
              <a:t> 11) e em seguida "</a:t>
            </a:r>
            <a:r>
              <a:rPr lang="pt-BR" dirty="0" err="1">
                <a:ea typeface="Calibri"/>
                <a:cs typeface="Calibri"/>
              </a:rPr>
              <a:t>Git</a:t>
            </a:r>
            <a:r>
              <a:rPr lang="pt-BR" dirty="0">
                <a:ea typeface="Calibri"/>
                <a:cs typeface="Calibri"/>
              </a:rPr>
              <a:t> </a:t>
            </a:r>
            <a:r>
              <a:rPr lang="pt-BR" dirty="0" err="1">
                <a:ea typeface="Calibri"/>
                <a:cs typeface="Calibri"/>
              </a:rPr>
              <a:t>Bash</a:t>
            </a:r>
            <a:r>
              <a:rPr lang="pt-BR" dirty="0">
                <a:ea typeface="Calibri"/>
                <a:cs typeface="Calibri"/>
              </a:rPr>
              <a:t> </a:t>
            </a:r>
            <a:r>
              <a:rPr lang="pt-BR" dirty="0" err="1">
                <a:ea typeface="Calibri"/>
                <a:cs typeface="Calibri"/>
              </a:rPr>
              <a:t>Here</a:t>
            </a:r>
            <a:r>
              <a:rPr lang="pt-BR" dirty="0">
                <a:ea typeface="Calibri"/>
                <a:cs typeface="Calibri"/>
              </a:rPr>
              <a:t>")</a:t>
            </a:r>
          </a:p>
        </p:txBody>
      </p:sp>
      <p:cxnSp>
        <p:nvCxnSpPr>
          <p:cNvPr id="4" name="Conector de Seta Reta 3">
            <a:extLst>
              <a:ext uri="{FF2B5EF4-FFF2-40B4-BE49-F238E27FC236}">
                <a16:creationId xmlns:a16="http://schemas.microsoft.com/office/drawing/2014/main" id="{F2C25697-4126-53FD-AADF-7B32C56FEEEB}"/>
              </a:ext>
            </a:extLst>
          </p:cNvPr>
          <p:cNvCxnSpPr/>
          <p:nvPr/>
        </p:nvCxnSpPr>
        <p:spPr>
          <a:xfrm>
            <a:off x="2841251" y="990039"/>
            <a:ext cx="1416423" cy="23397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64533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E3642BD7-11C0-0726-CA87-E09BF77AF0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326" y="678888"/>
            <a:ext cx="4927339" cy="5004673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1EE38E51-8291-A4B1-88F6-F1FBE0DB99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0808" y="1215629"/>
            <a:ext cx="8232013" cy="3539766"/>
          </a:xfrm>
          <a:prstGeom prst="rect">
            <a:avLst/>
          </a:prstGeom>
        </p:spPr>
      </p:pic>
      <p:sp>
        <p:nvSpPr>
          <p:cNvPr id="2" name="Seta: para Baixo 1">
            <a:extLst>
              <a:ext uri="{FF2B5EF4-FFF2-40B4-BE49-F238E27FC236}">
                <a16:creationId xmlns:a16="http://schemas.microsoft.com/office/drawing/2014/main" id="{899A233E-EC46-71A8-F7DF-F8B601FA7C99}"/>
              </a:ext>
            </a:extLst>
          </p:cNvPr>
          <p:cNvSpPr/>
          <p:nvPr/>
        </p:nvSpPr>
        <p:spPr>
          <a:xfrm>
            <a:off x="4374776" y="277906"/>
            <a:ext cx="564776" cy="79785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Seta: para Baixo 3">
            <a:extLst>
              <a:ext uri="{FF2B5EF4-FFF2-40B4-BE49-F238E27FC236}">
                <a16:creationId xmlns:a16="http://schemas.microsoft.com/office/drawing/2014/main" id="{7692FFBB-FD0A-CA6B-D8F0-DC5588C6FC00}"/>
              </a:ext>
            </a:extLst>
          </p:cNvPr>
          <p:cNvSpPr/>
          <p:nvPr/>
        </p:nvSpPr>
        <p:spPr>
          <a:xfrm>
            <a:off x="4867834" y="2644588"/>
            <a:ext cx="421341" cy="43927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6115163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7B6610C1FC8AB48BA79369D9F0FA2AE" ma:contentTypeVersion="0" ma:contentTypeDescription="Crie um novo documento." ma:contentTypeScope="" ma:versionID="bb0d639e4679164d038a7d1ea4c9b262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397561fba88d9dece65508bac662637b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B238112-BF0A-43BA-A7FF-1FF58D38C79E}">
  <ds:schemaRefs>
    <ds:schemaRef ds:uri="http://purl.org/dc/elements/1.1/"/>
    <ds:schemaRef ds:uri="http://purl.org/dc/terms/"/>
    <ds:schemaRef ds:uri="http://www.w3.org/XML/1998/namespace"/>
    <ds:schemaRef ds:uri="http://schemas.openxmlformats.org/package/2006/metadata/core-properties"/>
    <ds:schemaRef ds:uri="http://schemas.microsoft.com/office/2006/documentManagement/types"/>
    <ds:schemaRef ds:uri="http://schemas.microsoft.com/office/2006/metadata/properties"/>
    <ds:schemaRef ds:uri="http://purl.org/dc/dcmitype/"/>
    <ds:schemaRef ds:uri="http://schemas.microsoft.com/office/infopath/2007/PartnerControls"/>
    <ds:schemaRef ds:uri="167de5d6-78cd-4b76-8b56-20af424b14cd"/>
  </ds:schemaRefs>
</ds:datastoreItem>
</file>

<file path=customXml/itemProps2.xml><?xml version="1.0" encoding="utf-8"?>
<ds:datastoreItem xmlns:ds="http://schemas.openxmlformats.org/officeDocument/2006/customXml" ds:itemID="{E6FFD36C-58E2-4542-8209-C4B5B34EFF26}"/>
</file>

<file path=customXml/itemProps3.xml><?xml version="1.0" encoding="utf-8"?>
<ds:datastoreItem xmlns:ds="http://schemas.openxmlformats.org/officeDocument/2006/customXml" ds:itemID="{AAF2F82D-3717-473B-9C52-5BE738F4FA0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43862</TotalTime>
  <Words>48</Words>
  <Application>Microsoft Office PowerPoint</Application>
  <PresentationFormat>Widescreen</PresentationFormat>
  <Paragraphs>7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1" baseType="lpstr">
      <vt:lpstr>-apple-system</vt:lpstr>
      <vt:lpstr>Arial</vt:lpstr>
      <vt:lpstr>Calibri</vt:lpstr>
      <vt:lpstr>Calibri Light</vt:lpstr>
      <vt:lpstr>Tema do Office</vt:lpstr>
      <vt:lpstr>Compartilhando o repositório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Bruno Augusto Nassif Travencolo</dc:creator>
  <cp:lastModifiedBy>Bruno Travencolo</cp:lastModifiedBy>
  <cp:revision>35</cp:revision>
  <dcterms:created xsi:type="dcterms:W3CDTF">2022-06-06T20:58:15Z</dcterms:created>
  <dcterms:modified xsi:type="dcterms:W3CDTF">2025-10-31T14:29:38Z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0x01010097B6610C1FC8AB48BA79369D9F0FA2AE</vt:lpwstr>
  </property>
</Properties>
</file>