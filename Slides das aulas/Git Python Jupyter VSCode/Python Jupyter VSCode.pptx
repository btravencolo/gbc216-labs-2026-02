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2" r:id="rId22"/>
    <p:sldId id="274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8D95A-468F-A679-E3A5-5A51CA3CEE50}" v="1" dt="2026-09-11T20:39:14.795"/>
    <p1510:client id="{DC7C5363-F9D5-D736-8730-199BE36CA5F7}" v="2" dt="2026-09-11T20:34:35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0D9E15FC-E9B4-49BE-AA57-2CEEA8495611}"/>
    <pc:docChg chg="modSld">
      <pc:chgData name="Bruno Augusto Nassif Travencolo" userId="9765cb90-d5ec-451e-8c7b-af57428794a1" providerId="ADAL" clId="{0D9E15FC-E9B4-49BE-AA57-2CEEA8495611}" dt="2024-08-09T13:08:57.099" v="1" actId="1076"/>
      <pc:docMkLst>
        <pc:docMk/>
      </pc:docMkLst>
      <pc:sldChg chg="addSp modSp mod">
        <pc:chgData name="Bruno Augusto Nassif Travencolo" userId="9765cb90-d5ec-451e-8c7b-af57428794a1" providerId="ADAL" clId="{0D9E15FC-E9B4-49BE-AA57-2CEEA8495611}" dt="2024-08-09T13:08:57.099" v="1" actId="1076"/>
        <pc:sldMkLst>
          <pc:docMk/>
          <pc:sldMk cId="1687696899" sldId="274"/>
        </pc:sldMkLst>
        <pc:spChg chg="add mod">
          <ac:chgData name="Bruno Augusto Nassif Travencolo" userId="9765cb90-d5ec-451e-8c7b-af57428794a1" providerId="ADAL" clId="{0D9E15FC-E9B4-49BE-AA57-2CEEA8495611}" dt="2024-08-09T13:08:57.099" v="1" actId="1076"/>
          <ac:spMkLst>
            <pc:docMk/>
            <pc:sldMk cId="1687696899" sldId="274"/>
            <ac:spMk id="6" creationId="{7AEF7C7F-BD97-C6B8-1DBE-1CF10885996F}"/>
          </ac:spMkLst>
        </pc:spChg>
      </pc:sldChg>
    </pc:docChg>
  </pc:docChgLst>
  <pc:docChgLst>
    <pc:chgData name="Pedro Paulo Oliveira da Cunha Normandia" userId="S::pedropaulo2413.ppo@ufu.br::0d9ecfb0-98f4-45a2-b2ea-ec32ba1dd8f2" providerId="AD" clId="Web-{DC7C5363-F9D5-D736-8730-199BE36CA5F7}"/>
    <pc:docChg chg="modSld">
      <pc:chgData name="Pedro Paulo Oliveira da Cunha Normandia" userId="S::pedropaulo2413.ppo@ufu.br::0d9ecfb0-98f4-45a2-b2ea-ec32ba1dd8f2" providerId="AD" clId="Web-{DC7C5363-F9D5-D736-8730-199BE36CA5F7}" dt="2026-09-11T20:34:35.154" v="1" actId="1076"/>
      <pc:docMkLst>
        <pc:docMk/>
      </pc:docMkLst>
      <pc:sldChg chg="modSp">
        <pc:chgData name="Pedro Paulo Oliveira da Cunha Normandia" userId="S::pedropaulo2413.ppo@ufu.br::0d9ecfb0-98f4-45a2-b2ea-ec32ba1dd8f2" providerId="AD" clId="Web-{DC7C5363-F9D5-D736-8730-199BE36CA5F7}" dt="2026-09-11T20:34:35.154" v="1" actId="1076"/>
        <pc:sldMkLst>
          <pc:docMk/>
          <pc:sldMk cId="1396433649" sldId="268"/>
        </pc:sldMkLst>
        <pc:picChg chg="mod">
          <ac:chgData name="Pedro Paulo Oliveira da Cunha Normandia" userId="S::pedropaulo2413.ppo@ufu.br::0d9ecfb0-98f4-45a2-b2ea-ec32ba1dd8f2" providerId="AD" clId="Web-{DC7C5363-F9D5-D736-8730-199BE36CA5F7}" dt="2026-09-11T20:34:35.154" v="1" actId="1076"/>
          <ac:picMkLst>
            <pc:docMk/>
            <pc:sldMk cId="1396433649" sldId="268"/>
            <ac:picMk id="5" creationId="{5CACE2F5-4DE3-997D-C938-FFBE742D94A8}"/>
          </ac:picMkLst>
        </pc:picChg>
      </pc:sldChg>
    </pc:docChg>
  </pc:docChgLst>
  <pc:docChgLst>
    <pc:chgData name="Stéfany Batista Amparo" userId="S::stefany.amparo@ufu.br::ec9f3939-460e-438b-b6f3-ff4b40f36453" providerId="AD" clId="Web-{4E78D95A-468F-A679-E3A5-5A51CA3CEE50}"/>
    <pc:docChg chg="modSld">
      <pc:chgData name="Stéfany Batista Amparo" userId="S::stefany.amparo@ufu.br::ec9f3939-460e-438b-b6f3-ff4b40f36453" providerId="AD" clId="Web-{4E78D95A-468F-A679-E3A5-5A51CA3CEE50}" dt="2026-09-11T20:39:14.795" v="0" actId="1076"/>
      <pc:docMkLst>
        <pc:docMk/>
      </pc:docMkLst>
      <pc:sldChg chg="modSp">
        <pc:chgData name="Stéfany Batista Amparo" userId="S::stefany.amparo@ufu.br::ec9f3939-460e-438b-b6f3-ff4b40f36453" providerId="AD" clId="Web-{4E78D95A-468F-A679-E3A5-5A51CA3CEE50}" dt="2026-09-11T20:39:14.795" v="0" actId="1076"/>
        <pc:sldMkLst>
          <pc:docMk/>
          <pc:sldMk cId="3038798321" sldId="266"/>
        </pc:sldMkLst>
        <pc:picChg chg="mod">
          <ac:chgData name="Stéfany Batista Amparo" userId="S::stefany.amparo@ufu.br::ec9f3939-460e-438b-b6f3-ff4b40f36453" providerId="AD" clId="Web-{4E78D95A-468F-A679-E3A5-5A51CA3CEE50}" dt="2026-09-11T20:39:14.795" v="0" actId="1076"/>
          <ac:picMkLst>
            <pc:docMk/>
            <pc:sldMk cId="3038798321" sldId="266"/>
            <ac:picMk id="5" creationId="{C76E3E75-9B4A-72BF-2182-3A6D475C9188}"/>
          </ac:picMkLst>
        </pc:picChg>
      </pc:sldChg>
    </pc:docChg>
  </pc:docChgLst>
  <pc:docChgLst>
    <pc:chgData name="Bruno Augusto Nassif Travencolo" userId="9765cb90-d5ec-451e-8c7b-af57428794a1" providerId="ADAL" clId="{8DB5AC0A-7474-4FB3-94C2-7C60A058FC4C}"/>
    <pc:docChg chg="addSld modSld">
      <pc:chgData name="Bruno Augusto Nassif Travencolo" userId="9765cb90-d5ec-451e-8c7b-af57428794a1" providerId="ADAL" clId="{8DB5AC0A-7474-4FB3-94C2-7C60A058FC4C}" dt="2023-03-08T22:59:33.630" v="1" actId="22"/>
      <pc:docMkLst>
        <pc:docMk/>
      </pc:docMkLst>
      <pc:sldChg chg="addSp new mod">
        <pc:chgData name="Bruno Augusto Nassif Travencolo" userId="9765cb90-d5ec-451e-8c7b-af57428794a1" providerId="ADAL" clId="{8DB5AC0A-7474-4FB3-94C2-7C60A058FC4C}" dt="2023-03-08T22:59:33.630" v="1" actId="22"/>
        <pc:sldMkLst>
          <pc:docMk/>
          <pc:sldMk cId="1687696899" sldId="274"/>
        </pc:sldMkLst>
        <pc:picChg chg="add">
          <ac:chgData name="Bruno Augusto Nassif Travencolo" userId="9765cb90-d5ec-451e-8c7b-af57428794a1" providerId="ADAL" clId="{8DB5AC0A-7474-4FB3-94C2-7C60A058FC4C}" dt="2023-03-08T22:59:33.630" v="1" actId="22"/>
          <ac:picMkLst>
            <pc:docMk/>
            <pc:sldMk cId="1687696899" sldId="274"/>
            <ac:picMk id="5" creationId="{C936C96D-2BDE-D485-0B3C-DA9EECB223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206B4-3B2E-47DF-FB5C-52061D60A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57ADFF-2ECE-7490-9BC6-82AFF2A8F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BDC001-1E2A-4B31-E801-5DFFE0B5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13D735-0EA0-18FB-6FA8-B8831DC2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4959D5-A1BA-F998-FF79-B4161B81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66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750CE-6ED2-6724-DD0A-95149925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8FE8C4-3623-C4ED-5750-07EC8ED52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383686-D2C8-3FEC-7541-C95D20F8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D24142-4BB9-3088-AB27-F546529FD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BE9D46-A45A-4901-1572-CA0EB1A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3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9230A-6F59-AF12-E802-9260596AE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BD1831-498C-61B6-2569-7C5DE5B0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7E3DCD-2204-51E0-D588-DB68AE1E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6703EE-1D51-560D-C253-DEFB35C54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F77F61-5AED-3356-1E25-1CA8D06D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29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58767-0B3D-6011-9ED5-A27C2D66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409F33-850B-0569-0529-88CFE06FB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FC1792-DDD3-4AEA-5FA6-6CB04FA62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A950A7-9EB4-00E1-6C79-9ED47446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8E22E5-D312-48C6-E081-3A9435443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B60AAD-CAB6-609E-25B6-D08D7FEBF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421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35950-40C5-02BE-2555-C64CF1C3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E8B274-C184-28D8-7280-6352B8E46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3B3B0A-64C9-4328-A4FF-382D8C8FC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97BF9FB-66E6-0064-2FA7-F1FE04D33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5278BD-EA13-A522-8AD8-DAB943CF2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5A2F940-8376-925B-9EEE-122E8132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D13015-7251-F8F2-9139-5232080F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89099E-9A73-3E49-3205-53A1C2C1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365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F0ED7-57BB-56F6-DEDD-1A072E60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79D9AD-6B53-0B3F-A077-ADAD25A1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95F410-1A13-832B-0DFA-ACBCEF17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F45129-A0A8-0571-9D23-C27DFE95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25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D554ED-D9F4-2E35-1D41-7ADB9EC1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B545A5-4326-42B4-DEA9-A607CCE5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F01D0D-976C-5D4A-9247-F3BB28B7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15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6F881-23CC-935D-C8FD-3B10EE6C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D55ED-5754-91FF-1C13-E2774EA5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CD3DE7-4207-58B4-4309-9593F4451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2B3DD7-8C78-9878-4164-CBE767C7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133FA8-4C88-3400-8582-EEDA08F1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3F3139-6A46-2FCE-F492-0048D3CE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37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6EC01-A22A-8C75-3C93-067EC628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75C350-BBF5-9626-59E5-E30D21DD6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B30BB9-F9F4-4511-09B3-2A3B63C0F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22369F-487D-C13C-D647-FFF42B931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6BE305-D54A-54E5-6C68-050EBBC8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69F0EB-EA98-3282-F201-58DE017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27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EB0DD-93E9-D3DA-7B5B-B565FD67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7DF64B-ECBA-A7D4-8B56-86893EFAB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5BF19D-BA2E-CC21-7BD2-C4AB9EB6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1AA15B-B70D-EFED-E0CE-1A8D04E9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F8AB1E-9A76-F36F-F099-BDC3C513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7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4FB905-FCAF-4D46-C277-2267A10C2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54864A-1705-C33A-52CD-84A65EA25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271214-902D-90E3-FDAD-14C043E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9C6DD4-FBA9-C040-AA32-479CE55B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886CA0-9E8F-34C9-3B64-4F337DAC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277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783B30-3568-4C57-614C-9EFA28C9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DC6AB4-3151-459C-A59D-E3087A8C0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24542-CE35-1A89-527B-06C3FA1F5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98A45-97A8-4EBC-9750-FB777616E45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B73507-3B2A-E08A-82D8-D78443E6B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CE9A1C-9DB0-B48C-45B4-D1F0318D6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AF096-71AE-4D06-9BF9-D0833C0A7A6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60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D8EAB-75D3-3F41-0557-B2D6F18E5A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Python Download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485CB0-D504-70F1-367B-E6C5114BBD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73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1B104-D572-6AD0-E956-D4AABBD8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6DD3E2-C075-29C4-8D55-23DCE3895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>
                <a:hlinkClick r:id="rId2"/>
              </a:rPr>
              <a:t>https://www.python.org/downloads/windows/</a:t>
            </a:r>
            <a:endParaRPr lang="pt-BR"/>
          </a:p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D1E506-5192-B504-BBD2-A2FE3C48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741" y="2973212"/>
            <a:ext cx="6696878" cy="345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3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F7287-85F6-F1AF-78A6-E9A6A043B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E3F6C3-B4A6-912C-6C5E-6044EE0E8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60A41C-1ABA-ABF9-CF35-22BB9BD1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500187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D7DE1-7246-D5A4-A6F1-D56B6274D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093260-EE78-4587-3235-6AE12D0E0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9A7627-94D4-D68D-C0C7-D1178EB4A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500187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3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0E9EE-F299-F2A8-B1BD-DEFAC98D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481E487-D308-2A38-5C29-C37AAE34D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4388" y="1770207"/>
            <a:ext cx="6229480" cy="4351338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1BF4897-956B-52D8-24F4-9326E154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222" y="875944"/>
            <a:ext cx="4134427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1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CF0FE-06F0-31BE-1FED-F2BA3FCD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Baixe e instale o </a:t>
            </a:r>
            <a:r>
              <a:rPr lang="pt-BR" err="1"/>
              <a:t>vscode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803E15-2D91-4C95-2A27-170B50BD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DB1A13-C830-E2A3-69C8-04DB811BD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17" y="1575374"/>
            <a:ext cx="8986983" cy="528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01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C36D5-8581-3E8F-92B1-180270EA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1A28F5-1D4D-5D77-1ABF-0954F3CF0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663C0F-6FCA-4FA4-A9CB-BDCFDEAF5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590154"/>
            <a:ext cx="669701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64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62AE4-F6ED-B460-C649-DDF90AD6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8B5AFB-614B-847A-A692-F9B449537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41FA3F-1D92-30E3-34EE-F97E7D1C3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266258"/>
            <a:ext cx="11164858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8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302D4-65AA-0CA4-1B6F-00E3D974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766BE-3560-C3EE-989C-BF202F4B4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B34512-2024-3386-BA85-B9306DD11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237679"/>
            <a:ext cx="11164858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5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A47D7-4323-600F-BB9C-3BAB9EA7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0ADC0-F72F-4C2A-EAFD-C92491EBB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04F5A9-F567-45DA-738C-EB7801E5E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65" y="84098"/>
            <a:ext cx="3696216" cy="378195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A47CCF1-DDB4-9FAA-E613-991670D81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58" y="1535807"/>
            <a:ext cx="5906324" cy="348663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C34E31B-468E-882C-8F44-D72EC23CF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624" y="365125"/>
            <a:ext cx="3067478" cy="16099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88A70C1-EDB4-09CD-41A9-916D72610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626" y="4809018"/>
            <a:ext cx="6782747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A40BC-AF94-055F-62DD-8A1A390F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953F2E-2CC1-C5BB-5FC4-319A0B61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6E3E75-9B4A-72BF-2182-3A6D475C9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68" y="360830"/>
            <a:ext cx="9850225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98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A6B89-3365-21BA-2D7C-225E5EB4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5A131-CC51-B8E6-FA89-3C71A7CD7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4C6F08-4C45-7EF3-BB2A-3E1BE20E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2019103"/>
            <a:ext cx="640169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74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E5876-902E-5A86-9B3A-7689C50C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6B3C93B-F8B4-6010-75B8-27C00D61B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233" y="3158214"/>
            <a:ext cx="5077534" cy="1686160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CACE2F5-4DE3-997D-C938-FFBE742D9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09" y="440841"/>
            <a:ext cx="7763958" cy="48679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38493B-4C7F-090F-9CFA-FD4D415E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251" y="5201498"/>
            <a:ext cx="5077534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3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434E4-A804-221B-35B9-F152D4F7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41EAF9-C8FD-0E1D-C8F8-FAA4D33B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Para rodas: CTRL+ALT+ENTER no bloco de comando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E87358-7524-F717-5898-6F6F6729B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61" y="2836252"/>
            <a:ext cx="8773749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8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3AF07-A863-DE0D-DDD3-A7A8068F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AC2AA3-DEAF-C0C1-E991-76B908FF2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02D6A8-C45C-9E3A-70E8-6674E2FAF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2214393"/>
            <a:ext cx="6401693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97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CB134-E3A6-C40B-889F-22D1B9A7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5BB742F3-7228-88EA-91B2-E3F2F0110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894" y="2190715"/>
            <a:ext cx="8526065" cy="1533739"/>
          </a:xfr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2098AE-9FA3-CB0A-DF65-4A873D96D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75" y="166696"/>
            <a:ext cx="3705742" cy="194337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DA8AE64-6F98-F40C-B210-3C0D215655E6}"/>
              </a:ext>
            </a:extLst>
          </p:cNvPr>
          <p:cNvSpPr txBox="1"/>
          <p:nvPr/>
        </p:nvSpPr>
        <p:spPr>
          <a:xfrm>
            <a:off x="4471358" y="812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/>
              <a:t>https://www.facom.ufu.br/~wendelmelo/pythontw201901/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D91F2C6-545B-FE24-7414-4978A497A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358" y="3586531"/>
            <a:ext cx="5953956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4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F1916-74B4-28B8-9651-8564C4D4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B38612-76B8-4F5A-FECA-CB4AEE345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588284C-9A2D-C367-A9E0-451928917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91" y="2628788"/>
            <a:ext cx="4239217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344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AE03C-A3B6-C399-076F-C0997B38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733672-F0ED-AA86-AE9D-CF94EEAE7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36" y="214107"/>
            <a:ext cx="6068272" cy="2953162"/>
          </a:xfrm>
          <a:prstGeom prst="rect">
            <a:avLst/>
          </a:prstGeom>
        </p:spPr>
      </p:pic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F52B113-DF23-5A9C-0092-E19BBC262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49278" y="2141537"/>
            <a:ext cx="8042722" cy="4351338"/>
          </a:xfrm>
        </p:spPr>
      </p:pic>
    </p:spTree>
    <p:extLst>
      <p:ext uri="{BB962C8B-B14F-4D97-AF65-F5344CB8AC3E}">
        <p14:creationId xmlns:p14="http://schemas.microsoft.com/office/powerpoint/2010/main" val="401807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42B57-C7F3-1CCB-E775-FFEC5D46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92467-E7EF-ED88-FCFC-EDA418E4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36C96D-2BDE-D485-0B3C-DA9EECB22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43" y="2443025"/>
            <a:ext cx="5649113" cy="197195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AEF7C7F-BD97-C6B8-1DBE-1CF10885996F}"/>
              </a:ext>
            </a:extLst>
          </p:cNvPr>
          <p:cNvSpPr txBox="1"/>
          <p:nvPr/>
        </p:nvSpPr>
        <p:spPr>
          <a:xfrm>
            <a:off x="2729344" y="51113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>
                <a:solidFill>
                  <a:srgbClr val="444444"/>
                </a:solidFill>
                <a:effectLst/>
                <a:highlight>
                  <a:srgbClr val="F9F9F9"/>
                </a:highlight>
                <a:latin typeface="Consolas" panose="020B0609020204030204" pitchFamily="49" charset="0"/>
              </a:rPr>
              <a:t>pip3 </a:t>
            </a:r>
            <a:r>
              <a:rPr lang="pt-BR" b="0" i="0" err="1">
                <a:solidFill>
                  <a:srgbClr val="444444"/>
                </a:solidFill>
                <a:effectLst/>
                <a:highlight>
                  <a:srgbClr val="F9F9F9"/>
                </a:highlight>
                <a:latin typeface="Consolas" panose="020B0609020204030204" pitchFamily="49" charset="0"/>
              </a:rPr>
              <a:t>install</a:t>
            </a:r>
            <a:r>
              <a:rPr lang="pt-BR" b="0" i="0">
                <a:solidFill>
                  <a:srgbClr val="444444"/>
                </a:solidFill>
                <a:effectLst/>
                <a:highlight>
                  <a:srgbClr val="F9F9F9"/>
                </a:highlight>
                <a:latin typeface="Consolas" panose="020B0609020204030204" pitchFamily="49" charset="0"/>
              </a:rPr>
              <a:t> </a:t>
            </a:r>
            <a:r>
              <a:rPr lang="pt-BR" b="0" i="0" err="1">
                <a:solidFill>
                  <a:srgbClr val="444444"/>
                </a:solidFill>
                <a:effectLst/>
                <a:highlight>
                  <a:srgbClr val="F9F9F9"/>
                </a:highlight>
                <a:latin typeface="Consolas" panose="020B0609020204030204" pitchFamily="49" charset="0"/>
              </a:rPr>
              <a:t>opencv-python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6968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45EF14BA66344A990F54959FB18281" ma:contentTypeVersion="3" ma:contentTypeDescription="Crie um novo documento." ma:contentTypeScope="" ma:versionID="cddd83c4de6738f32d6b87921e51d088">
  <xsd:schema xmlns:xsd="http://www.w3.org/2001/XMLSchema" xmlns:xs="http://www.w3.org/2001/XMLSchema" xmlns:p="http://schemas.microsoft.com/office/2006/metadata/properties" xmlns:ns2="04bb23c1-cb4c-4ed4-b654-a399ce01b9b5" targetNamespace="http://schemas.microsoft.com/office/2006/metadata/properties" ma:root="true" ma:fieldsID="3a2b6822fa9d7187924bed5e28efacd1" ns2:_="">
    <xsd:import namespace="04bb23c1-cb4c-4ed4-b654-a399ce01b9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b23c1-cb4c-4ed4-b654-a399ce01b9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D7E95F-E052-4E1B-98C7-F87DC8A147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571BFC-B073-4B99-843D-606C85B18424}">
  <ds:schemaRefs>
    <ds:schemaRef ds:uri="04bb23c1-cb4c-4ed4-b654-a399ce01b9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FCB821C-5E4B-45E6-B32C-5748D9AF6E75}">
  <ds:schemaRefs>
    <ds:schemaRef ds:uri="a52af8d6-21f4-4dfe-b849-8b670c47e1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Tema do Office</vt:lpstr>
      <vt:lpstr>Python Download</vt:lpstr>
      <vt:lpstr>PowerPoint Presentation</vt:lpstr>
      <vt:lpstr>PowerPoint Presentation</vt:lpstr>
      <vt:lpstr>PowerPoint Presentation</vt:lpstr>
      <vt:lpstr>PowerPoint Presentation</vt:lpstr>
      <vt:lpstr>Baixe e instale o vscode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Download</dc:title>
  <dc:creator>Bruno Augusto Nassif Travencolo</dc:creator>
  <cp:revision>1</cp:revision>
  <dcterms:created xsi:type="dcterms:W3CDTF">2023-03-07T00:03:26Z</dcterms:created>
  <dcterms:modified xsi:type="dcterms:W3CDTF">2026-09-11T20:39:15Z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0x0101009045EF14BA66344A990F54959FB18281</vt:lpwstr>
  </property>
  <property fmtid="{D5CDD505-2E9C-101B-9397-08002B2CF9AE}" pid="3" name="Order">
    <vt:r8>2000</vt:r8>
  </property>
  <property fmtid="{D5CDD505-2E9C-101B-9397-08002B2CF9AE}" pid="4" name="xd_Signature">
    <vt:bool>false</vt:bool>
  </property>
  <property fmtid="{D5CDD505-2E9C-101B-9397-08002B2CF9AE}" pid="5" name="_ExtendedDescription">
    <vt:lpwstr/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