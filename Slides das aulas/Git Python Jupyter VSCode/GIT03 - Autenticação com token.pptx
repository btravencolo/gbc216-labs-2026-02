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8" r:id="rId5"/>
    <p:sldId id="259" r:id="rId6"/>
    <p:sldId id="260" r:id="rId7"/>
    <p:sldId id="261" r:id="rId8"/>
    <p:sldId id="270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uno Augusto Nassif Travencolo" userId="9765cb90-d5ec-451e-8c7b-af57428794a1" providerId="ADAL" clId="{A3CEDA2E-D079-4539-9F9B-3C09336F11AB}"/>
    <pc:docChg chg="delSld modSld">
      <pc:chgData name="Bruno Augusto Nassif Travencolo" userId="9765cb90-d5ec-451e-8c7b-af57428794a1" providerId="ADAL" clId="{A3CEDA2E-D079-4539-9F9B-3C09336F11AB}" dt="2023-08-17T21:46:02.640" v="1" actId="47"/>
      <pc:docMkLst>
        <pc:docMk/>
      </pc:docMkLst>
      <pc:sldChg chg="del">
        <pc:chgData name="Bruno Augusto Nassif Travencolo" userId="9765cb90-d5ec-451e-8c7b-af57428794a1" providerId="ADAL" clId="{A3CEDA2E-D079-4539-9F9B-3C09336F11AB}" dt="2023-08-17T21:46:02.640" v="1" actId="47"/>
        <pc:sldMkLst>
          <pc:docMk/>
          <pc:sldMk cId="3494431061" sldId="262"/>
        </pc:sldMkLst>
      </pc:sldChg>
      <pc:sldChg chg="del">
        <pc:chgData name="Bruno Augusto Nassif Travencolo" userId="9765cb90-d5ec-451e-8c7b-af57428794a1" providerId="ADAL" clId="{A3CEDA2E-D079-4539-9F9B-3C09336F11AB}" dt="2023-08-17T21:46:02.640" v="1" actId="47"/>
        <pc:sldMkLst>
          <pc:docMk/>
          <pc:sldMk cId="1850509367" sldId="263"/>
        </pc:sldMkLst>
      </pc:sldChg>
      <pc:sldChg chg="del">
        <pc:chgData name="Bruno Augusto Nassif Travencolo" userId="9765cb90-d5ec-451e-8c7b-af57428794a1" providerId="ADAL" clId="{A3CEDA2E-D079-4539-9F9B-3C09336F11AB}" dt="2023-08-17T21:46:02.640" v="1" actId="47"/>
        <pc:sldMkLst>
          <pc:docMk/>
          <pc:sldMk cId="2952353557" sldId="264"/>
        </pc:sldMkLst>
      </pc:sldChg>
      <pc:sldChg chg="del">
        <pc:chgData name="Bruno Augusto Nassif Travencolo" userId="9765cb90-d5ec-451e-8c7b-af57428794a1" providerId="ADAL" clId="{A3CEDA2E-D079-4539-9F9B-3C09336F11AB}" dt="2023-08-17T21:46:02.640" v="1" actId="47"/>
        <pc:sldMkLst>
          <pc:docMk/>
          <pc:sldMk cId="1926453324" sldId="265"/>
        </pc:sldMkLst>
      </pc:sldChg>
      <pc:sldChg chg="del">
        <pc:chgData name="Bruno Augusto Nassif Travencolo" userId="9765cb90-d5ec-451e-8c7b-af57428794a1" providerId="ADAL" clId="{A3CEDA2E-D079-4539-9F9B-3C09336F11AB}" dt="2023-08-17T21:46:02.640" v="1" actId="47"/>
        <pc:sldMkLst>
          <pc:docMk/>
          <pc:sldMk cId="1561151634" sldId="266"/>
        </pc:sldMkLst>
      </pc:sldChg>
      <pc:sldChg chg="del">
        <pc:chgData name="Bruno Augusto Nassif Travencolo" userId="9765cb90-d5ec-451e-8c7b-af57428794a1" providerId="ADAL" clId="{A3CEDA2E-D079-4539-9F9B-3C09336F11AB}" dt="2023-08-17T21:46:02.640" v="1" actId="47"/>
        <pc:sldMkLst>
          <pc:docMk/>
          <pc:sldMk cId="1569314066" sldId="268"/>
        </pc:sldMkLst>
      </pc:sldChg>
      <pc:sldChg chg="modSp mod">
        <pc:chgData name="Bruno Augusto Nassif Travencolo" userId="9765cb90-d5ec-451e-8c7b-af57428794a1" providerId="ADAL" clId="{A3CEDA2E-D079-4539-9F9B-3C09336F11AB}" dt="2023-08-17T21:45:47.024" v="0" actId="20577"/>
        <pc:sldMkLst>
          <pc:docMk/>
          <pc:sldMk cId="83591956" sldId="270"/>
        </pc:sldMkLst>
        <pc:spChg chg="mod">
          <ac:chgData name="Bruno Augusto Nassif Travencolo" userId="9765cb90-d5ec-451e-8c7b-af57428794a1" providerId="ADAL" clId="{A3CEDA2E-D079-4539-9F9B-3C09336F11AB}" dt="2023-08-17T21:45:47.024" v="0" actId="20577"/>
          <ac:spMkLst>
            <pc:docMk/>
            <pc:sldMk cId="83591956" sldId="270"/>
            <ac:spMk id="3" creationId="{80947806-6E88-CDF4-36E5-0F87B4C07383}"/>
          </ac:spMkLst>
        </pc:spChg>
      </pc:sldChg>
    </pc:docChg>
  </pc:docChgLst>
  <pc:docChgLst>
    <pc:chgData name="Bruno Augusto Nassif Travencolo" userId="9765cb90-d5ec-451e-8c7b-af57428794a1" providerId="ADAL" clId="{57009667-9C54-4740-BCB5-EB3E6B6AEE8E}"/>
    <pc:docChg chg="delSld">
      <pc:chgData name="Bruno Augusto Nassif Travencolo" userId="9765cb90-d5ec-451e-8c7b-af57428794a1" providerId="ADAL" clId="{57009667-9C54-4740-BCB5-EB3E6B6AEE8E}" dt="2022-10-25T00:01:37.530" v="0" actId="47"/>
      <pc:docMkLst>
        <pc:docMk/>
      </pc:docMkLst>
      <pc:sldChg chg="del">
        <pc:chgData name="Bruno Augusto Nassif Travencolo" userId="9765cb90-d5ec-451e-8c7b-af57428794a1" providerId="ADAL" clId="{57009667-9C54-4740-BCB5-EB3E6B6AEE8E}" dt="2022-10-25T00:01:37.530" v="0" actId="47"/>
        <pc:sldMkLst>
          <pc:docMk/>
          <pc:sldMk cId="2525218920" sldId="256"/>
        </pc:sldMkLst>
      </pc:sldChg>
      <pc:sldChg chg="del">
        <pc:chgData name="Bruno Augusto Nassif Travencolo" userId="9765cb90-d5ec-451e-8c7b-af57428794a1" providerId="ADAL" clId="{57009667-9C54-4740-BCB5-EB3E6B6AEE8E}" dt="2022-10-25T00:01:37.530" v="0" actId="47"/>
        <pc:sldMkLst>
          <pc:docMk/>
          <pc:sldMk cId="1072909893" sldId="257"/>
        </pc:sldMkLst>
      </pc:sldChg>
    </pc:docChg>
  </pc:docChgLst>
  <pc:docChgLst>
    <pc:chgData name="Bruno Augusto Nassif Travencolo" userId="S::travencolo@ufu.br::9765cb90-d5ec-451e-8c7b-af57428794a1" providerId="AD" clId="Web-{AD896B91-38DB-83F7-DBE9-7C232BFBD925}"/>
    <pc:docChg chg="addSld delSld modSld">
      <pc:chgData name="Bruno Augusto Nassif Travencolo" userId="S::travencolo@ufu.br::9765cb90-d5ec-451e-8c7b-af57428794a1" providerId="AD" clId="Web-{AD896B91-38DB-83F7-DBE9-7C232BFBD925}" dt="2023-03-09T01:01:19.482" v="109" actId="20577"/>
      <pc:docMkLst>
        <pc:docMk/>
      </pc:docMkLst>
      <pc:sldChg chg="addSp delSp">
        <pc:chgData name="Bruno Augusto Nassif Travencolo" userId="S::travencolo@ufu.br::9765cb90-d5ec-451e-8c7b-af57428794a1" providerId="AD" clId="Web-{AD896B91-38DB-83F7-DBE9-7C232BFBD925}" dt="2023-03-09T00:51:06.744" v="11"/>
        <pc:sldMkLst>
          <pc:docMk/>
          <pc:sldMk cId="3494431061" sldId="262"/>
        </pc:sldMkLst>
        <pc:spChg chg="add">
          <ac:chgData name="Bruno Augusto Nassif Travencolo" userId="S::travencolo@ufu.br::9765cb90-d5ec-451e-8c7b-af57428794a1" providerId="AD" clId="Web-{AD896B91-38DB-83F7-DBE9-7C232BFBD925}" dt="2023-03-09T00:51:06.744" v="11"/>
          <ac:spMkLst>
            <pc:docMk/>
            <pc:sldMk cId="3494431061" sldId="262"/>
            <ac:spMk id="2" creationId="{C4CD193E-97DB-A3E4-EB7E-4AA32D3D1DEA}"/>
          </ac:spMkLst>
        </pc:spChg>
        <pc:cxnChg chg="del">
          <ac:chgData name="Bruno Augusto Nassif Travencolo" userId="S::travencolo@ufu.br::9765cb90-d5ec-451e-8c7b-af57428794a1" providerId="AD" clId="Web-{AD896B91-38DB-83F7-DBE9-7C232BFBD925}" dt="2023-03-09T00:51:00.041" v="10"/>
          <ac:cxnSpMkLst>
            <pc:docMk/>
            <pc:sldMk cId="3494431061" sldId="262"/>
            <ac:cxnSpMk id="5" creationId="{D1E69F6B-17A5-5EBF-25ED-9322544647B3}"/>
          </ac:cxnSpMkLst>
        </pc:cxnChg>
      </pc:sldChg>
      <pc:sldChg chg="addSp modSp">
        <pc:chgData name="Bruno Augusto Nassif Travencolo" userId="S::travencolo@ufu.br::9765cb90-d5ec-451e-8c7b-af57428794a1" providerId="AD" clId="Web-{AD896B91-38DB-83F7-DBE9-7C232BFBD925}" dt="2023-03-09T00:52:35.106" v="59" actId="20577"/>
        <pc:sldMkLst>
          <pc:docMk/>
          <pc:sldMk cId="1926453324" sldId="265"/>
        </pc:sldMkLst>
        <pc:spChg chg="add mod">
          <ac:chgData name="Bruno Augusto Nassif Travencolo" userId="S::travencolo@ufu.br::9765cb90-d5ec-451e-8c7b-af57428794a1" providerId="AD" clId="Web-{AD896B91-38DB-83F7-DBE9-7C232BFBD925}" dt="2023-03-09T00:52:35.106" v="59" actId="20577"/>
          <ac:spMkLst>
            <pc:docMk/>
            <pc:sldMk cId="1926453324" sldId="265"/>
            <ac:spMk id="2" creationId="{FB8AE97A-7F26-C8EB-B2F5-752ECD98518B}"/>
          </ac:spMkLst>
        </pc:spChg>
        <pc:cxnChg chg="add mod">
          <ac:chgData name="Bruno Augusto Nassif Travencolo" userId="S::travencolo@ufu.br::9765cb90-d5ec-451e-8c7b-af57428794a1" providerId="AD" clId="Web-{AD896B91-38DB-83F7-DBE9-7C232BFBD925}" dt="2023-03-09T00:52:08.230" v="42" actId="14100"/>
          <ac:cxnSpMkLst>
            <pc:docMk/>
            <pc:sldMk cId="1926453324" sldId="265"/>
            <ac:cxnSpMk id="4" creationId="{F2C25697-4126-53FD-AADF-7B32C56FEEEB}"/>
          </ac:cxnSpMkLst>
        </pc:cxnChg>
      </pc:sldChg>
      <pc:sldChg chg="addSp modSp">
        <pc:chgData name="Bruno Augusto Nassif Travencolo" userId="S::travencolo@ufu.br::9765cb90-d5ec-451e-8c7b-af57428794a1" providerId="AD" clId="Web-{AD896B91-38DB-83F7-DBE9-7C232BFBD925}" dt="2023-03-09T00:53:07.497" v="62"/>
        <pc:sldMkLst>
          <pc:docMk/>
          <pc:sldMk cId="1561151634" sldId="266"/>
        </pc:sldMkLst>
        <pc:spChg chg="add">
          <ac:chgData name="Bruno Augusto Nassif Travencolo" userId="S::travencolo@ufu.br::9765cb90-d5ec-451e-8c7b-af57428794a1" providerId="AD" clId="Web-{AD896B91-38DB-83F7-DBE9-7C232BFBD925}" dt="2023-03-09T00:52:59.387" v="60"/>
          <ac:spMkLst>
            <pc:docMk/>
            <pc:sldMk cId="1561151634" sldId="266"/>
            <ac:spMk id="2" creationId="{899A233E-EC46-71A8-F7DF-F8B601FA7C99}"/>
          </ac:spMkLst>
        </pc:spChg>
        <pc:spChg chg="add">
          <ac:chgData name="Bruno Augusto Nassif Travencolo" userId="S::travencolo@ufu.br::9765cb90-d5ec-451e-8c7b-af57428794a1" providerId="AD" clId="Web-{AD896B91-38DB-83F7-DBE9-7C232BFBD925}" dt="2023-03-09T00:53:07.497" v="62"/>
          <ac:spMkLst>
            <pc:docMk/>
            <pc:sldMk cId="1561151634" sldId="266"/>
            <ac:spMk id="4" creationId="{7692FFBB-FD0A-CA6B-D8F0-DC5588C6FC00}"/>
          </ac:spMkLst>
        </pc:spChg>
        <pc:picChg chg="mod">
          <ac:chgData name="Bruno Augusto Nassif Travencolo" userId="S::travencolo@ufu.br::9765cb90-d5ec-451e-8c7b-af57428794a1" providerId="AD" clId="Web-{AD896B91-38DB-83F7-DBE9-7C232BFBD925}" dt="2023-03-09T00:53:02.372" v="61" actId="1076"/>
          <ac:picMkLst>
            <pc:docMk/>
            <pc:sldMk cId="1561151634" sldId="266"/>
            <ac:picMk id="3" creationId="{E3642BD7-11C0-0726-CA87-E09BF77AF026}"/>
          </ac:picMkLst>
        </pc:picChg>
      </pc:sldChg>
      <pc:sldChg chg="new del">
        <pc:chgData name="Bruno Augusto Nassif Travencolo" userId="S::travencolo@ufu.br::9765cb90-d5ec-451e-8c7b-af57428794a1" providerId="AD" clId="Web-{AD896B91-38DB-83F7-DBE9-7C232BFBD925}" dt="2023-03-09T00:50:50.166" v="9"/>
        <pc:sldMkLst>
          <pc:docMk/>
          <pc:sldMk cId="717919435" sldId="267"/>
        </pc:sldMkLst>
      </pc:sldChg>
      <pc:sldChg chg="modSp new">
        <pc:chgData name="Bruno Augusto Nassif Travencolo" userId="S::travencolo@ufu.br::9765cb90-d5ec-451e-8c7b-af57428794a1" providerId="AD" clId="Web-{AD896B91-38DB-83F7-DBE9-7C232BFBD925}" dt="2023-03-09T00:50:49.291" v="8" actId="20577"/>
        <pc:sldMkLst>
          <pc:docMk/>
          <pc:sldMk cId="1569314066" sldId="268"/>
        </pc:sldMkLst>
        <pc:spChg chg="mod">
          <ac:chgData name="Bruno Augusto Nassif Travencolo" userId="S::travencolo@ufu.br::9765cb90-d5ec-451e-8c7b-af57428794a1" providerId="AD" clId="Web-{AD896B91-38DB-83F7-DBE9-7C232BFBD925}" dt="2023-03-09T00:50:49.291" v="8" actId="20577"/>
          <ac:spMkLst>
            <pc:docMk/>
            <pc:sldMk cId="1569314066" sldId="268"/>
            <ac:spMk id="2" creationId="{C930D234-D999-3D63-55BA-9EA9F86627DA}"/>
          </ac:spMkLst>
        </pc:spChg>
      </pc:sldChg>
      <pc:sldChg chg="new del">
        <pc:chgData name="Bruno Augusto Nassif Travencolo" userId="S::travencolo@ufu.br::9765cb90-d5ec-451e-8c7b-af57428794a1" providerId="AD" clId="Web-{AD896B91-38DB-83F7-DBE9-7C232BFBD925}" dt="2023-03-09T01:00:25.006" v="65"/>
        <pc:sldMkLst>
          <pc:docMk/>
          <pc:sldMk cId="353277633" sldId="269"/>
        </pc:sldMkLst>
      </pc:sldChg>
      <pc:sldChg chg="addSp modSp new mod modClrScheme chgLayout">
        <pc:chgData name="Bruno Augusto Nassif Travencolo" userId="S::travencolo@ufu.br::9765cb90-d5ec-451e-8c7b-af57428794a1" providerId="AD" clId="Web-{AD896B91-38DB-83F7-DBE9-7C232BFBD925}" dt="2023-03-09T01:01:19.482" v="109" actId="20577"/>
        <pc:sldMkLst>
          <pc:docMk/>
          <pc:sldMk cId="83591956" sldId="270"/>
        </pc:sldMkLst>
        <pc:spChg chg="add mod">
          <ac:chgData name="Bruno Augusto Nassif Travencolo" userId="S::travencolo@ufu.br::9765cb90-d5ec-451e-8c7b-af57428794a1" providerId="AD" clId="Web-{AD896B91-38DB-83F7-DBE9-7C232BFBD925}" dt="2023-03-09T01:00:41.584" v="71" actId="20577"/>
          <ac:spMkLst>
            <pc:docMk/>
            <pc:sldMk cId="83591956" sldId="270"/>
            <ac:spMk id="2" creationId="{C2837017-6BA5-7598-AB6E-B7E764ABC0D9}"/>
          </ac:spMkLst>
        </pc:spChg>
        <pc:spChg chg="add mod">
          <ac:chgData name="Bruno Augusto Nassif Travencolo" userId="S::travencolo@ufu.br::9765cb90-d5ec-451e-8c7b-af57428794a1" providerId="AD" clId="Web-{AD896B91-38DB-83F7-DBE9-7C232BFBD925}" dt="2023-03-09T01:01:19.482" v="109" actId="20577"/>
          <ac:spMkLst>
            <pc:docMk/>
            <pc:sldMk cId="83591956" sldId="270"/>
            <ac:spMk id="3" creationId="{80947806-6E88-CDF4-36E5-0F87B4C07383}"/>
          </ac:spMkLst>
        </pc:spChg>
      </pc:sldChg>
    </pc:docChg>
  </pc:docChgLst>
  <pc:docChgLst>
    <pc:chgData name="Bruno Augusto Nassif Travencolo" userId="9765cb90-d5ec-451e-8c7b-af57428794a1" providerId="ADAL" clId="{DEC4B9FD-865A-4E82-8AD7-698F62F351CB}"/>
    <pc:docChg chg="custSel addSld modSld">
      <pc:chgData name="Bruno Augusto Nassif Travencolo" userId="9765cb90-d5ec-451e-8c7b-af57428794a1" providerId="ADAL" clId="{DEC4B9FD-865A-4E82-8AD7-698F62F351CB}" dt="2023-03-02T14:38:25.702" v="30" actId="1076"/>
      <pc:docMkLst>
        <pc:docMk/>
      </pc:docMkLst>
      <pc:sldChg chg="addSp modSp new mod">
        <pc:chgData name="Bruno Augusto Nassif Travencolo" userId="9765cb90-d5ec-451e-8c7b-af57428794a1" providerId="ADAL" clId="{DEC4B9FD-865A-4E82-8AD7-698F62F351CB}" dt="2023-03-02T14:19:03.451" v="3" actId="13822"/>
        <pc:sldMkLst>
          <pc:docMk/>
          <pc:sldMk cId="3494431061" sldId="262"/>
        </pc:sldMkLst>
        <pc:picChg chg="add">
          <ac:chgData name="Bruno Augusto Nassif Travencolo" userId="9765cb90-d5ec-451e-8c7b-af57428794a1" providerId="ADAL" clId="{DEC4B9FD-865A-4E82-8AD7-698F62F351CB}" dt="2023-03-02T14:18:43.499" v="1" actId="22"/>
          <ac:picMkLst>
            <pc:docMk/>
            <pc:sldMk cId="3494431061" sldId="262"/>
            <ac:picMk id="3" creationId="{6A84B569-6105-A021-C84F-8801217217BB}"/>
          </ac:picMkLst>
        </pc:picChg>
        <pc:cxnChg chg="add mod">
          <ac:chgData name="Bruno Augusto Nassif Travencolo" userId="9765cb90-d5ec-451e-8c7b-af57428794a1" providerId="ADAL" clId="{DEC4B9FD-865A-4E82-8AD7-698F62F351CB}" dt="2023-03-02T14:19:03.451" v="3" actId="13822"/>
          <ac:cxnSpMkLst>
            <pc:docMk/>
            <pc:sldMk cId="3494431061" sldId="262"/>
            <ac:cxnSpMk id="5" creationId="{D1E69F6B-17A5-5EBF-25ED-9322544647B3}"/>
          </ac:cxnSpMkLst>
        </pc:cxnChg>
      </pc:sldChg>
      <pc:sldChg chg="addSp modSp new mod">
        <pc:chgData name="Bruno Augusto Nassif Travencolo" userId="9765cb90-d5ec-451e-8c7b-af57428794a1" providerId="ADAL" clId="{DEC4B9FD-865A-4E82-8AD7-698F62F351CB}" dt="2023-03-02T14:19:55.399" v="8" actId="1076"/>
        <pc:sldMkLst>
          <pc:docMk/>
          <pc:sldMk cId="1850509367" sldId="263"/>
        </pc:sldMkLst>
        <pc:spChg chg="add">
          <ac:chgData name="Bruno Augusto Nassif Travencolo" userId="9765cb90-d5ec-451e-8c7b-af57428794a1" providerId="ADAL" clId="{DEC4B9FD-865A-4E82-8AD7-698F62F351CB}" dt="2023-03-02T14:19:47.156" v="6" actId="11529"/>
          <ac:spMkLst>
            <pc:docMk/>
            <pc:sldMk cId="1850509367" sldId="263"/>
            <ac:spMk id="4" creationId="{F22DF97D-5F00-0CB0-6CA0-59ECC217667C}"/>
          </ac:spMkLst>
        </pc:spChg>
        <pc:spChg chg="add mod">
          <ac:chgData name="Bruno Augusto Nassif Travencolo" userId="9765cb90-d5ec-451e-8c7b-af57428794a1" providerId="ADAL" clId="{DEC4B9FD-865A-4E82-8AD7-698F62F351CB}" dt="2023-03-02T14:19:55.399" v="8" actId="1076"/>
          <ac:spMkLst>
            <pc:docMk/>
            <pc:sldMk cId="1850509367" sldId="263"/>
            <ac:spMk id="5" creationId="{6825F97F-85A9-CD57-0FC9-379C8F00F357}"/>
          </ac:spMkLst>
        </pc:spChg>
        <pc:picChg chg="add">
          <ac:chgData name="Bruno Augusto Nassif Travencolo" userId="9765cb90-d5ec-451e-8c7b-af57428794a1" providerId="ADAL" clId="{DEC4B9FD-865A-4E82-8AD7-698F62F351CB}" dt="2023-03-02T14:19:33.699" v="5" actId="22"/>
          <ac:picMkLst>
            <pc:docMk/>
            <pc:sldMk cId="1850509367" sldId="263"/>
            <ac:picMk id="3" creationId="{6F5C62A9-26F1-FB46-485C-9DE4532351C0}"/>
          </ac:picMkLst>
        </pc:picChg>
      </pc:sldChg>
      <pc:sldChg chg="addSp modSp new mod">
        <pc:chgData name="Bruno Augusto Nassif Travencolo" userId="9765cb90-d5ec-451e-8c7b-af57428794a1" providerId="ADAL" clId="{DEC4B9FD-865A-4E82-8AD7-698F62F351CB}" dt="2023-03-02T14:20:59.285" v="21" actId="20577"/>
        <pc:sldMkLst>
          <pc:docMk/>
          <pc:sldMk cId="2952353557" sldId="264"/>
        </pc:sldMkLst>
        <pc:spChg chg="add mod">
          <ac:chgData name="Bruno Augusto Nassif Travencolo" userId="9765cb90-d5ec-451e-8c7b-af57428794a1" providerId="ADAL" clId="{DEC4B9FD-865A-4E82-8AD7-698F62F351CB}" dt="2023-03-02T14:20:49.962" v="16" actId="20577"/>
          <ac:spMkLst>
            <pc:docMk/>
            <pc:sldMk cId="2952353557" sldId="264"/>
            <ac:spMk id="4" creationId="{5B5556EC-46CC-25E3-C261-86F4AA501F58}"/>
          </ac:spMkLst>
        </pc:spChg>
        <pc:spChg chg="add mod">
          <ac:chgData name="Bruno Augusto Nassif Travencolo" userId="9765cb90-d5ec-451e-8c7b-af57428794a1" providerId="ADAL" clId="{DEC4B9FD-865A-4E82-8AD7-698F62F351CB}" dt="2023-03-02T14:20:59.285" v="21" actId="20577"/>
          <ac:spMkLst>
            <pc:docMk/>
            <pc:sldMk cId="2952353557" sldId="264"/>
            <ac:spMk id="5" creationId="{E62677D5-AC47-D484-DDB3-EDC63BA53F22}"/>
          </ac:spMkLst>
        </pc:spChg>
        <pc:picChg chg="add mod">
          <ac:chgData name="Bruno Augusto Nassif Travencolo" userId="9765cb90-d5ec-451e-8c7b-af57428794a1" providerId="ADAL" clId="{DEC4B9FD-865A-4E82-8AD7-698F62F351CB}" dt="2023-03-02T14:20:45.895" v="12" actId="1076"/>
          <ac:picMkLst>
            <pc:docMk/>
            <pc:sldMk cId="2952353557" sldId="264"/>
            <ac:picMk id="3" creationId="{B0161E26-C4FC-C8BB-A6C5-48946EEAE772}"/>
          </ac:picMkLst>
        </pc:picChg>
      </pc:sldChg>
      <pc:sldChg chg="addSp new mod">
        <pc:chgData name="Bruno Augusto Nassif Travencolo" userId="9765cb90-d5ec-451e-8c7b-af57428794a1" providerId="ADAL" clId="{DEC4B9FD-865A-4E82-8AD7-698F62F351CB}" dt="2023-03-02T14:32:45.268" v="23" actId="22"/>
        <pc:sldMkLst>
          <pc:docMk/>
          <pc:sldMk cId="1926453324" sldId="265"/>
        </pc:sldMkLst>
        <pc:picChg chg="add">
          <ac:chgData name="Bruno Augusto Nassif Travencolo" userId="9765cb90-d5ec-451e-8c7b-af57428794a1" providerId="ADAL" clId="{DEC4B9FD-865A-4E82-8AD7-698F62F351CB}" dt="2023-03-02T14:32:45.268" v="23" actId="22"/>
          <ac:picMkLst>
            <pc:docMk/>
            <pc:sldMk cId="1926453324" sldId="265"/>
            <ac:picMk id="3" creationId="{9EDA805C-2ABC-69EE-BC26-49ABD0ABE272}"/>
          </ac:picMkLst>
        </pc:picChg>
      </pc:sldChg>
      <pc:sldChg chg="addSp modSp new mod setBg">
        <pc:chgData name="Bruno Augusto Nassif Travencolo" userId="9765cb90-d5ec-451e-8c7b-af57428794a1" providerId="ADAL" clId="{DEC4B9FD-865A-4E82-8AD7-698F62F351CB}" dt="2023-03-02T14:38:25.702" v="30" actId="1076"/>
        <pc:sldMkLst>
          <pc:docMk/>
          <pc:sldMk cId="1561151634" sldId="266"/>
        </pc:sldMkLst>
        <pc:picChg chg="add mod">
          <ac:chgData name="Bruno Augusto Nassif Travencolo" userId="9765cb90-d5ec-451e-8c7b-af57428794a1" providerId="ADAL" clId="{DEC4B9FD-865A-4E82-8AD7-698F62F351CB}" dt="2023-03-02T14:38:22.143" v="28" actId="14100"/>
          <ac:picMkLst>
            <pc:docMk/>
            <pc:sldMk cId="1561151634" sldId="266"/>
            <ac:picMk id="3" creationId="{E3642BD7-11C0-0726-CA87-E09BF77AF026}"/>
          </ac:picMkLst>
        </pc:picChg>
        <pc:picChg chg="add mod">
          <ac:chgData name="Bruno Augusto Nassif Travencolo" userId="9765cb90-d5ec-451e-8c7b-af57428794a1" providerId="ADAL" clId="{DEC4B9FD-865A-4E82-8AD7-698F62F351CB}" dt="2023-03-02T14:38:25.702" v="30" actId="1076"/>
          <ac:picMkLst>
            <pc:docMk/>
            <pc:sldMk cId="1561151634" sldId="266"/>
            <ac:picMk id="5" creationId="{1EE38E51-8291-A4B1-88F6-F1FBE0DB9944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03T22:41:04.1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6321 1 24575,'-115'105'0,"-175"122"0,137-111 0,-355 266 0,356-274 0,-300 207 0,-22-38 0,-337 97-2,-24-85-603,822-285 605,-370 93 0,259-70 0,-137 9 0,228-33 0,-1-1 0,0-2 0,1-1 0,-1-2 0,1-1 0,0-2 0,-48-14 0,46 10 101,0 3 0,-1 0 0,-54-2 0,-113 8 187,119 2-373,-80-2 85,-188 6 0,340-3 0,0 1 0,1 0 0,-1 0 0,1 2 0,0-1 0,0 1 0,1 1 0,-1 0 0,1 1 0,1 0 0,-1 0 0,1 1 0,-11 11 0,-36 27 0,-8-6-40,40-26-225,0 1 0,2 1 0,-1 1 0,-25 26 0,33-25-6561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03T22:41:06.1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1042 1 24575,'-4'0'0,"0"1"0,-1 0 0,1 0 0,0 0 0,0 1 0,0-1 0,0 1 0,0 0 0,1 0 0,-1 0 0,0 1 0,1-1 0,-4 4 0,-11 7 0,-74 49 0,-236 165 0,308-210 0,1 0 0,0 2 0,1 0 0,1 1 0,1 1 0,1 0 0,1 1 0,1 1 0,-12 27 0,-9 33 0,-33 116 0,22-59 0,14-48 0,5 1 0,-22 131 0,47-212 0,-3 24 0,-2-1 0,-1 0 0,-2-1 0,-1 1 0,-19 41 0,29-75 0,0-1 0,0 1 0,0 0 0,0-1 0,-1 1 0,1 0 0,0-1 0,-1 1 0,1-1 0,0 1 0,-1-1 0,1 1 0,-1-1 0,1 1 0,-1-1 0,1 1 0,-1-1 0,1 0 0,-1 1 0,1-1 0,-1 0 0,0 1 0,1-1 0,-1 0 0,1 0 0,-1 1 0,0-1 0,1 0 0,-1 0 0,0 0 0,1 0 0,-1 0 0,0 0 0,1 0 0,-1 0 0,0 0 0,1 0 0,-1-1 0,0 1 0,1 0 0,-1 0 0,0-1 0,1 1 0,-1 0 0,1-1 0,-1 1 0,1 0 0,-1-1 0,1 1 0,-1-1 0,1 1 0,-1-1 0,1 1 0,0-1 0,-1 1 0,1-1 0,0 0 0,-1 0 0,-16-37 0,15 29 0,0 1 0,1-1 0,0 1 0,0-1 0,1 1 0,0-1 0,1 0 0,0 1 0,0-1 0,1 1 0,0 0 0,0-1 0,1 1 0,0 0 0,1 0 0,0 1 0,0-1 0,0 1 0,11-14 0,-6 11 0,1-1 0,0 1 0,0 1 0,1 0 0,0 1 0,1 0 0,0 0 0,0 1 0,0 1 0,1 0 0,23-7 0,19-2 0,1 3 0,0 3 0,1 2 0,0 2 0,0 3 0,77 7 0,340 66 0,-324-43 0,1133 157 0,-952-131-1365,-278-41-5461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A15372-A8F8-4633-8570-38FB059BA5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9EF6746-377F-450A-9DFF-52334C7144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5159AC6-ED38-417D-9D1F-DCB4B8BDE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1DBAA-FF15-46D3-9BCB-BEF10FEB3BC7}" type="datetimeFigureOut">
              <a:rPr lang="pt-BR" smtClean="0"/>
              <a:t>17/08/2023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256EF03-B25B-4990-B131-69153E8D4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6886725-C541-48AB-9D09-E05250DA4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7D323-ED19-4DCB-AD1C-889BE83562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1589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27FA17-4BFA-456A-8ED8-22E72D88F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19C7F4-90B0-43DE-AFEF-42598D4046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52C79C0-D699-4D0A-87DA-33886EEFB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1DBAA-FF15-46D3-9BCB-BEF10FEB3BC7}" type="datetimeFigureOut">
              <a:rPr lang="pt-BR" smtClean="0"/>
              <a:t>17/08/2023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0DB3508-A241-4059-8577-8BE854BAA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F07FFA0-D316-4DC5-AC25-4F0ED9A7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7D323-ED19-4DCB-AD1C-889BE83562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3045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ACCFCB-AF72-466D-A607-F6E658BD8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8F0BAEE-CE9B-41FA-A99A-C331F7F22A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12F4A31-033F-40CC-8EC5-8C043F020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1DBAA-FF15-46D3-9BCB-BEF10FEB3BC7}" type="datetimeFigureOut">
              <a:rPr lang="pt-BR" smtClean="0"/>
              <a:t>17/08/2023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ACDFC8B-2463-4D6C-AC98-52378354F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9B6CAB6-84E5-4451-8F66-3F928E977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7D323-ED19-4DCB-AD1C-889BE83562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8923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DA81BC-4856-47D3-9CEB-20574D039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F9596B-DBA7-4E14-9E2C-576A0CAAAD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FED295D-06C8-4E99-9AE4-364F1FC2CB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1DB5EA6-D428-4028-B811-8F54D8465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1DBAA-FF15-46D3-9BCB-BEF10FEB3BC7}" type="datetimeFigureOut">
              <a:rPr lang="pt-BR" smtClean="0"/>
              <a:t>17/08/2023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CA1E707-CE84-42B4-AFAE-8BEBB8E0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87F129A-5919-4064-A956-85DBA6C5F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7D323-ED19-4DCB-AD1C-889BE83562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8974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7030AB-F6D2-49B4-BEE9-5DF0DF18C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2615DB0-D742-46A7-80DD-C5E1761571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C69872A-176D-4060-8CFD-368C620FCE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CCC53D1-F82E-4606-B2AD-BA17021C63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F927ADE-5786-46F7-A7BA-A011AC6E39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D2277B5-15C8-4245-B2F9-BE1813568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1DBAA-FF15-46D3-9BCB-BEF10FEB3BC7}" type="datetimeFigureOut">
              <a:rPr lang="pt-BR" smtClean="0"/>
              <a:t>17/08/2023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EB695B0-5909-4DCF-BE44-9FE645E09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FCB9928-06ED-41E5-B38D-01149A9A3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7D323-ED19-4DCB-AD1C-889BE83562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339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1C2077-3891-4F08-B8BA-1ECA154C0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85CD7E6-18F6-4017-A78F-220807448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1DBAA-FF15-46D3-9BCB-BEF10FEB3BC7}" type="datetimeFigureOut">
              <a:rPr lang="pt-BR" smtClean="0"/>
              <a:t>17/08/2023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2A22EB0-8EF4-4D8F-9DB0-F7FA34670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AA9AA07-FE57-4168-92CE-C39DB2688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7D323-ED19-4DCB-AD1C-889BE83562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3346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EA55C38-9728-4FC4-BE2D-C14F7967D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1DBAA-FF15-46D3-9BCB-BEF10FEB3BC7}" type="datetimeFigureOut">
              <a:rPr lang="pt-BR" smtClean="0"/>
              <a:t>17/08/2023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722EAC8-AF2B-48E1-8E27-33D3BEA3D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E6B9C1C-3A22-4502-B35F-40BC88E9E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7D323-ED19-4DCB-AD1C-889BE83562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2372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387FA9-2F11-465F-B098-14B896DAF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076DA5D-C7C9-4546-914B-CA0811C99D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E342B27-2175-4D63-B8B4-515034AAD0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EB8E44A-51CB-46C1-89D7-18BC92D5E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1DBAA-FF15-46D3-9BCB-BEF10FEB3BC7}" type="datetimeFigureOut">
              <a:rPr lang="pt-BR" smtClean="0"/>
              <a:t>17/08/2023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45D07D9-DA0F-4713-98ED-F2BAE8025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E45F085-7EC5-4EC2-B985-0C102807E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7D323-ED19-4DCB-AD1C-889BE83562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4960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CF5FBC-1EF4-4EE8-8804-7FB81D0B0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EA2B6B8-DEF4-4445-8DCD-964DC9E2E8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7BD6C51-14D7-4E63-81F8-868C98E502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32BFA9-5654-4AD1-B61F-7126E7BD8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1DBAA-FF15-46D3-9BCB-BEF10FEB3BC7}" type="datetimeFigureOut">
              <a:rPr lang="pt-BR" smtClean="0"/>
              <a:t>17/08/2023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96F088F-2BE7-4B27-B835-B37518E97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DD93E8-B012-4A8B-AE28-3AB380D1F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7D323-ED19-4DCB-AD1C-889BE83562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4698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4FF1C8-E76E-4B28-9496-A1F57F9AF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C5EF21B-D25B-410A-AB6B-25D2D05D71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283B718-458E-4A25-A02E-260F3D308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1DBAA-FF15-46D3-9BCB-BEF10FEB3BC7}" type="datetimeFigureOut">
              <a:rPr lang="pt-BR" smtClean="0"/>
              <a:t>17/08/2023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86E1E7B-6CF7-4CB8-86C4-A6CB33A2B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F34C3DE-3CC5-433A-9703-D5A3C600F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7D323-ED19-4DCB-AD1C-889BE83562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2360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5B96FC1-B7FB-4486-BEF2-C6A87F6985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F3E98A1-3B59-44F8-9640-B4DADC0F20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5D1DF22-2CC0-4845-BA3C-84E8A897D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1DBAA-FF15-46D3-9BCB-BEF10FEB3BC7}" type="datetimeFigureOut">
              <a:rPr lang="pt-BR" smtClean="0"/>
              <a:t>17/08/2023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322C93D-77DF-4D0E-86DB-F601A85DB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6851632-BA6D-455B-BE9D-F50371C65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7D323-ED19-4DCB-AD1C-889BE83562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4178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44E3F11-1D4F-49CA-BB8B-5177AF4EA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391AE45-63E1-47F7-BDBD-41D8DC4192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BFEB2B6-042C-4984-8154-745D6756FF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11DBAA-FF15-46D3-9BCB-BEF10FEB3BC7}" type="datetimeFigureOut">
              <a:rPr lang="pt-BR" smtClean="0"/>
              <a:t>17/08/2023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52319FC-35D6-49D7-BC64-EF4FBEB7C5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A0A22A8-B6B1-409D-99D6-67412CA597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47D323-ED19-4DCB-AD1C-889BE83562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5512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.xml"/><Relationship Id="rId5" Type="http://schemas.openxmlformats.org/officeDocument/2006/relationships/image" Target="../media/image3.png"/><Relationship Id="rId4" Type="http://schemas.openxmlformats.org/officeDocument/2006/relationships/customXml" Target="../ink/ink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B66C219-E48C-2757-C544-F8E19DE340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522" y="384706"/>
            <a:ext cx="2248214" cy="539190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3264F6EB-A112-F1B5-6C3A-572A174DAA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5622" y="214623"/>
            <a:ext cx="2429214" cy="5296639"/>
          </a:xfrm>
          <a:prstGeom prst="rect">
            <a:avLst/>
          </a:prstGeom>
        </p:spPr>
      </p:pic>
      <p:grpSp>
        <p:nvGrpSpPr>
          <p:cNvPr id="8" name="Agrupar 7">
            <a:extLst>
              <a:ext uri="{FF2B5EF4-FFF2-40B4-BE49-F238E27FC236}">
                <a16:creationId xmlns:a16="http://schemas.microsoft.com/office/drawing/2014/main" id="{496B4030-F2EC-2BC0-FBF2-6E7810A2C7A6}"/>
              </a:ext>
            </a:extLst>
          </p:cNvPr>
          <p:cNvGrpSpPr/>
          <p:nvPr/>
        </p:nvGrpSpPr>
        <p:grpSpPr>
          <a:xfrm>
            <a:off x="6156137" y="4107360"/>
            <a:ext cx="2726280" cy="1223640"/>
            <a:chOff x="6156137" y="4107360"/>
            <a:chExt cx="2726280" cy="122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Tinta 5">
                  <a:extLst>
                    <a:ext uri="{FF2B5EF4-FFF2-40B4-BE49-F238E27FC236}">
                      <a16:creationId xmlns:a16="http://schemas.microsoft.com/office/drawing/2014/main" id="{BA78B0E8-B2C3-B164-0F25-842693FF0E9A}"/>
                    </a:ext>
                  </a:extLst>
                </p14:cNvPr>
                <p14:cNvContentPartPr/>
                <p14:nvPr/>
              </p14:nvContentPartPr>
              <p14:xfrm>
                <a:off x="6606857" y="4107360"/>
                <a:ext cx="2275560" cy="933840"/>
              </p14:xfrm>
            </p:contentPart>
          </mc:Choice>
          <mc:Fallback xmlns="">
            <p:pic>
              <p:nvPicPr>
                <p:cNvPr id="6" name="Tinta 5">
                  <a:extLst>
                    <a:ext uri="{FF2B5EF4-FFF2-40B4-BE49-F238E27FC236}">
                      <a16:creationId xmlns:a16="http://schemas.microsoft.com/office/drawing/2014/main" id="{BA78B0E8-B2C3-B164-0F25-842693FF0E9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598217" y="4098720"/>
                  <a:ext cx="2293200" cy="9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Tinta 6">
                  <a:extLst>
                    <a:ext uri="{FF2B5EF4-FFF2-40B4-BE49-F238E27FC236}">
                      <a16:creationId xmlns:a16="http://schemas.microsoft.com/office/drawing/2014/main" id="{66F44B98-BDD8-FDA3-F94C-47459D76F849}"/>
                    </a:ext>
                  </a:extLst>
                </p14:cNvPr>
                <p14:cNvContentPartPr/>
                <p14:nvPr/>
              </p14:nvContentPartPr>
              <p14:xfrm>
                <a:off x="6156137" y="4731600"/>
                <a:ext cx="1068480" cy="599400"/>
              </p14:xfrm>
            </p:contentPart>
          </mc:Choice>
          <mc:Fallback xmlns="">
            <p:pic>
              <p:nvPicPr>
                <p:cNvPr id="7" name="Tinta 6">
                  <a:extLst>
                    <a:ext uri="{FF2B5EF4-FFF2-40B4-BE49-F238E27FC236}">
                      <a16:creationId xmlns:a16="http://schemas.microsoft.com/office/drawing/2014/main" id="{66F44B98-BDD8-FDA3-F94C-47459D76F84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147137" y="4722960"/>
                  <a:ext cx="1086120" cy="61704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0" name="Imagem 9">
            <a:extLst>
              <a:ext uri="{FF2B5EF4-FFF2-40B4-BE49-F238E27FC236}">
                <a16:creationId xmlns:a16="http://schemas.microsoft.com/office/drawing/2014/main" id="{84C21F33-A5BC-0ED3-CD3B-A7881FB768F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15114" y="835848"/>
            <a:ext cx="2667372" cy="191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618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C60067F-3908-95CB-B9B6-E23A301E5B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150" y="523317"/>
            <a:ext cx="8078327" cy="148610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6D65C517-2254-E925-139A-7A67053D84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8986" y="2218678"/>
            <a:ext cx="8678486" cy="4639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103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490CE5C-EC68-3199-D3B6-7A0E84A429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311" y="590154"/>
            <a:ext cx="7011378" cy="5677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438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BBE29C4-9CD1-4B46-6393-F1D2BEE977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55" y="539149"/>
            <a:ext cx="8364117" cy="5344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4098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837017-6BA5-7598-AB6E-B7E764ABC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ea typeface="Calibri Light"/>
                <a:cs typeface="Calibri Light"/>
              </a:rPr>
              <a:t>ATENÇÃO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0947806-6E88-CDF4-36E5-0F87B4C073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>
                <a:ea typeface="Calibri"/>
                <a:cs typeface="Calibri"/>
              </a:rPr>
              <a:t>Salve o token em um lugar seguro pois depois de fechada a página do </a:t>
            </a:r>
            <a:r>
              <a:rPr lang="pt-BR" dirty="0" err="1">
                <a:ea typeface="Calibri"/>
                <a:cs typeface="Calibri"/>
              </a:rPr>
              <a:t>git</a:t>
            </a:r>
            <a:r>
              <a:rPr lang="pt-BR" dirty="0">
                <a:ea typeface="Calibri"/>
                <a:cs typeface="Calibri"/>
              </a:rPr>
              <a:t> você não conseguirá mais recuperá-lo</a:t>
            </a:r>
          </a:p>
          <a:p>
            <a:r>
              <a:rPr lang="pt-BR" dirty="0">
                <a:ea typeface="Calibri"/>
                <a:cs typeface="Calibri"/>
              </a:rPr>
              <a:t>Caso perca o seu token, um novo deverá ser gerado</a:t>
            </a:r>
          </a:p>
        </p:txBody>
      </p:sp>
    </p:spTree>
    <p:extLst>
      <p:ext uri="{BB962C8B-B14F-4D97-AF65-F5344CB8AC3E}">
        <p14:creationId xmlns:p14="http://schemas.microsoft.com/office/powerpoint/2010/main" val="835919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7B6610C1FC8AB48BA79369D9F0FA2AE" ma:contentTypeVersion="0" ma:contentTypeDescription="Crie um novo documento." ma:contentTypeScope="" ma:versionID="bb0d639e4679164d038a7d1ea4c9b26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97561fba88d9dece65508bac662637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B238112-BF0A-43BA-A7FF-1FF58D38C79E}">
  <ds:schemaRefs>
    <ds:schemaRef ds:uri="http://schemas.microsoft.com/office/2006/documentManagement/types"/>
    <ds:schemaRef ds:uri="4284e0de-8294-4388-9155-ecbcd266f1b9"/>
    <ds:schemaRef ds:uri="http://purl.org/dc/elements/1.1/"/>
    <ds:schemaRef ds:uri="http://schemas.openxmlformats.org/package/2006/metadata/core-properties"/>
    <ds:schemaRef ds:uri="http://purl.org/dc/terms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AF2F82D-3717-473B-9C52-5BE738F4FA0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BDFD11E-8596-437C-A56A-9B604019DB97}"/>
</file>

<file path=docProps/app.xml><?xml version="1.0" encoding="utf-8"?>
<Properties xmlns="http://schemas.openxmlformats.org/officeDocument/2006/extended-properties" xmlns:vt="http://schemas.openxmlformats.org/officeDocument/2006/docPropsVTypes">
  <TotalTime>43970</TotalTime>
  <Words>32</Words>
  <Application>Microsoft Office PowerPoint</Application>
  <PresentationFormat>Widescreen</PresentationFormat>
  <Paragraphs>3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ATENÇÃO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Bruno Augusto Nassif Travencolo</dc:creator>
  <cp:lastModifiedBy>Bruno Augusto Nassif Travencolo</cp:lastModifiedBy>
  <cp:revision>35</cp:revision>
  <dcterms:created xsi:type="dcterms:W3CDTF">2022-06-06T20:58:15Z</dcterms:created>
  <dcterms:modified xsi:type="dcterms:W3CDTF">2023-08-17T21:46:05Z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0x01010097B6610C1FC8AB48BA79369D9F0FA2AE</vt:lpwstr>
  </property>
</Properties>
</file>